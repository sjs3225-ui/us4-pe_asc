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91827" r:id="rId1"/>
  </p:sldMasterIdLst>
  <p:notesMasterIdLst>
    <p:notesMasterId r:id="rId5"/>
  </p:notesMasterIdLst>
  <p:sldIdLst>
    <p:sldId id="399" r:id="rId2"/>
    <p:sldId id="400" r:id="rId3"/>
    <p:sldId id="401" r:id="rId4"/>
  </p:sldIdLst>
  <p:sldSz cx="9906000" cy="6858000" type="A4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29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C4E59F"/>
    <a:srgbClr val="0000F2"/>
    <a:srgbClr val="CCECFF"/>
    <a:srgbClr val="0000FF"/>
    <a:srgbClr val="C6EFCE"/>
    <a:srgbClr val="FFCC00"/>
    <a:srgbClr val="FFC7CE"/>
    <a:srgbClr val="FFFFC9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00" autoAdjust="0"/>
    <p:restoredTop sz="99805" autoAdjust="0"/>
  </p:normalViewPr>
  <p:slideViewPr>
    <p:cSldViewPr>
      <p:cViewPr varScale="1">
        <p:scale>
          <a:sx n="109" d="100"/>
          <a:sy n="109" d="100"/>
        </p:scale>
        <p:origin x="1074" y="108"/>
      </p:cViewPr>
      <p:guideLst>
        <p:guide orient="horz" pos="2251"/>
        <p:guide pos="29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721" tIns="45860" rIns="91721" bIns="4586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721" tIns="45860" rIns="91721" bIns="4586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6125"/>
            <a:ext cx="537527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721" tIns="45860" rIns="91721" bIns="458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721" tIns="45860" rIns="91721" bIns="4586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721" tIns="45860" rIns="91721" bIns="4586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503523BC-CF62-4675-9285-114EB2255EF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876204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smtClean="0"/>
          </a:p>
        </p:txBody>
      </p:sp>
      <p:sp>
        <p:nvSpPr>
          <p:cNvPr id="1229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1C913BF7-0A47-44AB-BC60-320BCFAAD2CD}" type="slidenum">
              <a:rPr lang="ko-KR" altLang="en-US" smtClean="0">
                <a:solidFill>
                  <a:srgbClr val="000000"/>
                </a:solidFill>
              </a:rPr>
              <a:pPr/>
              <a:t>1</a:t>
            </a:fld>
            <a:endParaRPr lang="ko-KR" altLang="en-US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163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smtClean="0"/>
          </a:p>
        </p:txBody>
      </p:sp>
      <p:sp>
        <p:nvSpPr>
          <p:cNvPr id="1229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1C913BF7-0A47-44AB-BC60-320BCFAAD2CD}" type="slidenum">
              <a:rPr lang="ko-KR" altLang="en-US" smtClean="0">
                <a:solidFill>
                  <a:srgbClr val="000000"/>
                </a:solidFill>
              </a:rPr>
              <a:pPr/>
              <a:t>2</a:t>
            </a:fld>
            <a:endParaRPr lang="ko-KR" altLang="en-US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7183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smtClean="0"/>
          </a:p>
        </p:txBody>
      </p:sp>
      <p:sp>
        <p:nvSpPr>
          <p:cNvPr id="1229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1C913BF7-0A47-44AB-BC60-320BCFAAD2CD}" type="slidenum">
              <a:rPr lang="ko-KR" altLang="en-US" smtClean="0">
                <a:solidFill>
                  <a:srgbClr val="000000"/>
                </a:solidFill>
              </a:rPr>
              <a:pPr/>
              <a:t>3</a:t>
            </a:fld>
            <a:endParaRPr lang="ko-KR" altLang="en-US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987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 userDrawn="1"/>
        </p:nvSpPr>
        <p:spPr>
          <a:xfrm>
            <a:off x="0" y="0"/>
            <a:ext cx="9906000" cy="6207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800" dirty="0">
              <a:solidFill>
                <a:prstClr val="white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3" name="직선 연결선 6"/>
          <p:cNvCxnSpPr/>
          <p:nvPr userDrawn="1"/>
        </p:nvCxnSpPr>
        <p:spPr>
          <a:xfrm>
            <a:off x="0" y="523875"/>
            <a:ext cx="9906000" cy="0"/>
          </a:xfrm>
          <a:prstGeom prst="line">
            <a:avLst/>
          </a:prstGeom>
          <a:solidFill>
            <a:schemeClr val="accent1">
              <a:alpha val="77000"/>
            </a:schemeClr>
          </a:solidFill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12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1F497D"/>
              </a:clrFrom>
              <a:clrTo>
                <a:srgbClr val="1F497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7013" y="76200"/>
            <a:ext cx="588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6783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2237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 txBox="1">
            <a:spLocks noGrp="1"/>
          </p:cNvSpPr>
          <p:nvPr userDrawn="1"/>
        </p:nvSpPr>
        <p:spPr bwMode="auto">
          <a:xfrm>
            <a:off x="4665663" y="6381750"/>
            <a:ext cx="428625" cy="365125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5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fld id="{EF9CFE5C-130B-4719-8929-8528935BB4B3}" type="slidenum">
              <a:rPr kumimoji="0" lang="ko-KR" altLang="en-US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 eaLnBrk="1" latinLnBrk="1" hangingPunct="1">
                <a:defRPr/>
              </a:pPr>
              <a:t>‹#›</a:t>
            </a:fld>
            <a:endParaRPr kumimoji="0" lang="ko-KR" altLang="en-US" sz="1200" smtClean="0">
              <a:solidFill>
                <a:srgbClr val="89898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0073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828" r:id="rId1"/>
    <p:sldLayoutId id="2147491842" r:id="rId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04682" y="116632"/>
            <a:ext cx="550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US4_PE_ASC </a:t>
            </a:r>
            <a:r>
              <a:rPr lang="ko-KR" altLang="en-US" b="1" dirty="0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전동 사이드 </a:t>
            </a:r>
            <a:r>
              <a:rPr lang="ko-KR" altLang="en-US" b="1" dirty="0" err="1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스탭</a:t>
            </a:r>
            <a:r>
              <a:rPr lang="ko-KR" altLang="en-US" b="1" dirty="0" smtClean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휠 속도 조건 검토</a:t>
            </a:r>
            <a:endParaRPr lang="ko-KR" altLang="en-US" b="1" dirty="0"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4378" y="1418771"/>
            <a:ext cx="59544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슬라이딩 도어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OPEN/CLOSE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기준</a:t>
            </a: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*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슬라이딩 도어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CLOSE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시</a:t>
            </a: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→ 딸깍 소리 전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도어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상태로 판단</a:t>
            </a: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→ 딸깍 소리 후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도어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CLOSE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상태로 판단</a:t>
            </a: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endParaRPr lang="en-US" altLang="ko-KR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40768" y="5641914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딸깍 소리 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후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(CLOSE) &gt;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476" y="5013176"/>
            <a:ext cx="3124636" cy="6287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24608" y="5641914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딸깍 소리 전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(OPEN) &gt;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568" y="5013176"/>
            <a:ext cx="3143689" cy="6287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6700" y="4514141"/>
            <a:ext cx="5954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슬라이딩 도어 닫힘 동작 시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047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2060848"/>
            <a:ext cx="3600400" cy="26603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4682" y="116632"/>
            <a:ext cx="550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US4_PE_ASC </a:t>
            </a:r>
            <a:r>
              <a:rPr lang="ko-KR" altLang="en-US" b="1" dirty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전동 사이드 </a:t>
            </a:r>
            <a:r>
              <a:rPr lang="ko-KR" altLang="en-US" b="1" dirty="0" err="1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스탭</a:t>
            </a:r>
            <a:r>
              <a:rPr lang="ko-KR" altLang="en-US" b="1" dirty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휠 속도 조건 검토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9700" y="4869160"/>
            <a:ext cx="1813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스텝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024" y="2060848"/>
            <a:ext cx="3334946" cy="27224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60222" y="4941168"/>
            <a:ext cx="1961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스텝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CLOSE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6856" y="3109051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휠 속도 </a:t>
            </a:r>
            <a:r>
              <a:rPr lang="en-US" altLang="ko-KR" sz="1200" dirty="0" smtClean="0"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= 0kph</a:t>
            </a:r>
            <a:endParaRPr lang="ko-KR" altLang="en-US" sz="1200" dirty="0"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6856" y="2696710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기어 </a:t>
            </a: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= D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6856" y="2208719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도어 </a:t>
            </a: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= OPEN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6856" y="4338602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STATE : OPEN</a:t>
            </a:r>
            <a:endParaRPr lang="ko-KR" altLang="en-US" sz="1200" dirty="0"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6856" y="3526114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STEP SW = ON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59954" y="3109051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휠 속도 </a:t>
            </a:r>
            <a:r>
              <a:rPr lang="en-US" altLang="ko-KR" sz="1200" dirty="0" smtClean="0"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= 3kph</a:t>
            </a:r>
            <a:endParaRPr lang="ko-KR" altLang="en-US" sz="1200" dirty="0"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59954" y="2696710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기어 </a:t>
            </a: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= D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59954" y="2208719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도어 </a:t>
            </a: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= OPEN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59954" y="4404258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STATE : CLOSE</a:t>
            </a:r>
            <a:endParaRPr lang="ko-KR" altLang="en-US" sz="1200" dirty="0"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59954" y="3618154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STEP SW = ON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" name="오른쪽 화살표 2"/>
          <p:cNvSpPr/>
          <p:nvPr/>
        </p:nvSpPr>
        <p:spPr>
          <a:xfrm>
            <a:off x="3944888" y="4999476"/>
            <a:ext cx="1552382" cy="22531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344488" y="1367733"/>
            <a:ext cx="5954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D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단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DOOR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및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STEP OPEN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상태에서 주행 시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569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04682" y="116632"/>
            <a:ext cx="550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US4_PE_ASC </a:t>
            </a:r>
            <a:r>
              <a:rPr lang="ko-KR" altLang="en-US" b="1" dirty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전동 사이드 </a:t>
            </a:r>
            <a:r>
              <a:rPr lang="ko-KR" altLang="en-US" b="1" dirty="0" err="1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스탭</a:t>
            </a:r>
            <a:r>
              <a:rPr lang="ko-KR" altLang="en-US" b="1" dirty="0"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휠 속도 조건 검토</a:t>
            </a:r>
          </a:p>
        </p:txBody>
      </p:sp>
      <p:pic>
        <p:nvPicPr>
          <p:cNvPr id="5" name="제목 없는 비디오 - Clipchamp로 제작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88406" y="2492896"/>
            <a:ext cx="6912767" cy="38884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44487" y="1367733"/>
            <a:ext cx="9113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u="sng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휠 속도 </a:t>
            </a:r>
            <a:r>
              <a:rPr lang="en-US" altLang="ko-KR" u="sng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&gt;= 3kph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 </a:t>
            </a:r>
            <a:r>
              <a:rPr lang="en-US" altLang="ko-KR" u="sng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STEP CLOSE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동작 → 이후 </a:t>
            </a:r>
            <a:r>
              <a:rPr lang="ko-KR" altLang="en-US" u="sng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휠 속도 </a:t>
            </a:r>
            <a:r>
              <a:rPr lang="en-US" altLang="ko-KR" u="sng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= 0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&amp; </a:t>
            </a:r>
            <a:r>
              <a:rPr lang="en-US" altLang="ko-KR" u="sng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P</a:t>
            </a:r>
            <a:r>
              <a:rPr lang="ko-KR" altLang="en-US" u="sng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단 시 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STEP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재 </a:t>
            </a:r>
            <a:r>
              <a:rPr lang="en-US" altLang="ko-KR" u="sng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</a:t>
            </a:r>
            <a:r>
              <a:rPr lang="en-US" altLang="ko-KR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검증</a:t>
            </a:r>
            <a:endParaRPr lang="en-US" altLang="ko-KR" dirty="0" smtClean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65168" y="1972668"/>
            <a:ext cx="151216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GearSelect</a:t>
            </a: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: 5 </a:t>
            </a:r>
            <a:r>
              <a:rPr lang="ko-KR" altLang="en-US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→ </a:t>
            </a: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0952" y="1972669"/>
            <a:ext cx="187220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WHL_Spd_total</a:t>
            </a: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: 3 </a:t>
            </a:r>
            <a:r>
              <a:rPr lang="ko-KR" altLang="en-US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→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0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4528" y="1972669"/>
            <a:ext cx="187220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 err="1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WHL_Spd_total</a:t>
            </a: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: 0 </a:t>
            </a:r>
            <a:r>
              <a:rPr lang="ko-KR" altLang="en-US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→ </a:t>
            </a: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3</a:t>
            </a:r>
            <a:endParaRPr lang="en-US" altLang="ko-KR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68417" y="1972668"/>
            <a:ext cx="151216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error : 6 </a:t>
            </a:r>
            <a:r>
              <a:rPr lang="ko-KR" altLang="en-US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→ </a:t>
            </a:r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648744" y="1972668"/>
            <a:ext cx="151216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error : 1 </a:t>
            </a:r>
            <a:r>
              <a:rPr lang="ko-KR" altLang="en-US" sz="1200" dirty="0" smtClean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→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6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" name="아래쪽 화살표 7"/>
          <p:cNvSpPr/>
          <p:nvPr/>
        </p:nvSpPr>
        <p:spPr>
          <a:xfrm>
            <a:off x="1496616" y="1737065"/>
            <a:ext cx="72008" cy="1797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아래쪽 화살표 31"/>
          <p:cNvSpPr/>
          <p:nvPr/>
        </p:nvSpPr>
        <p:spPr>
          <a:xfrm>
            <a:off x="3404828" y="1737065"/>
            <a:ext cx="72008" cy="1797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아래쪽 화살표 32"/>
          <p:cNvSpPr/>
          <p:nvPr/>
        </p:nvSpPr>
        <p:spPr>
          <a:xfrm>
            <a:off x="5725126" y="1737065"/>
            <a:ext cx="72008" cy="1797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아래쪽 화살표 33"/>
          <p:cNvSpPr/>
          <p:nvPr/>
        </p:nvSpPr>
        <p:spPr>
          <a:xfrm>
            <a:off x="6753200" y="1737065"/>
            <a:ext cx="72008" cy="1797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아래쪽 화살표 34"/>
          <p:cNvSpPr/>
          <p:nvPr/>
        </p:nvSpPr>
        <p:spPr>
          <a:xfrm>
            <a:off x="8337376" y="1737065"/>
            <a:ext cx="72008" cy="1797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14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5585</TotalTime>
  <Words>173</Words>
  <Application>Microsoft Office PowerPoint</Application>
  <PresentationFormat>A4 용지(210x297mm)</PresentationFormat>
  <Paragraphs>34</Paragraphs>
  <Slides>3</Slides>
  <Notes>3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HY헤드라인M</vt:lpstr>
      <vt:lpstr>굴림</vt:lpstr>
      <vt:lpstr>맑은 고딕</vt:lpstr>
      <vt:lpstr>현대하모니 M</vt:lpstr>
      <vt:lpstr>Arial</vt:lpstr>
      <vt:lpstr>1_디자인 사용자 지정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hmc</dc:creator>
  <cp:lastModifiedBy>cts00</cp:lastModifiedBy>
  <cp:revision>584</cp:revision>
  <cp:lastPrinted>2014-12-14T21:26:27Z</cp:lastPrinted>
  <dcterms:created xsi:type="dcterms:W3CDTF">2010-08-14T05:41:07Z</dcterms:created>
  <dcterms:modified xsi:type="dcterms:W3CDTF">2026-01-09T04:31:25Z</dcterms:modified>
</cp:coreProperties>
</file>