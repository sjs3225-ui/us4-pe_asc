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91827" r:id="rId1"/>
  </p:sldMasterIdLst>
  <p:notesMasterIdLst>
    <p:notesMasterId r:id="rId5"/>
  </p:notesMasterIdLst>
  <p:sldIdLst>
    <p:sldId id="398" r:id="rId2"/>
    <p:sldId id="399" r:id="rId3"/>
    <p:sldId id="400" r:id="rId4"/>
  </p:sldIdLst>
  <p:sldSz cx="9906000" cy="6858000" type="A4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29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C4E59F"/>
    <a:srgbClr val="0000F2"/>
    <a:srgbClr val="CCECFF"/>
    <a:srgbClr val="0000FF"/>
    <a:srgbClr val="C6EFCE"/>
    <a:srgbClr val="FFCC00"/>
    <a:srgbClr val="FFC7CE"/>
    <a:srgbClr val="FFFFC9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0" autoAdjust="0"/>
    <p:restoredTop sz="99805" autoAdjust="0"/>
  </p:normalViewPr>
  <p:slideViewPr>
    <p:cSldViewPr>
      <p:cViewPr varScale="1">
        <p:scale>
          <a:sx n="80" d="100"/>
          <a:sy n="80" d="100"/>
        </p:scale>
        <p:origin x="1086" y="60"/>
      </p:cViewPr>
      <p:guideLst>
        <p:guide orient="horz" pos="2251"/>
        <p:guide pos="29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721" tIns="45860" rIns="91721" bIns="4586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721" tIns="45860" rIns="91721" bIns="4586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6125"/>
            <a:ext cx="537527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56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721" tIns="45860" rIns="91721" bIns="458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721" tIns="45860" rIns="91721" bIns="4586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721" tIns="45860" rIns="91721" bIns="4586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503523BC-CF62-4675-9285-114EB2255EF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876204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smtClean="0"/>
          </a:p>
        </p:txBody>
      </p:sp>
      <p:sp>
        <p:nvSpPr>
          <p:cNvPr id="1229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1C913BF7-0A47-44AB-BC60-320BCFAAD2CD}" type="slidenum">
              <a:rPr lang="ko-KR" altLang="en-US" smtClean="0">
                <a:solidFill>
                  <a:srgbClr val="000000"/>
                </a:solidFill>
              </a:rPr>
              <a:pPr/>
              <a:t>1</a:t>
            </a:fld>
            <a:endParaRPr lang="ko-KR" altLang="en-US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572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smtClean="0"/>
          </a:p>
        </p:txBody>
      </p:sp>
      <p:sp>
        <p:nvSpPr>
          <p:cNvPr id="1229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1C913BF7-0A47-44AB-BC60-320BCFAAD2CD}" type="slidenum">
              <a:rPr lang="ko-KR" altLang="en-US" smtClean="0">
                <a:solidFill>
                  <a:srgbClr val="000000"/>
                </a:solidFill>
              </a:rPr>
              <a:pPr/>
              <a:t>2</a:t>
            </a:fld>
            <a:endParaRPr lang="ko-KR" altLang="en-US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305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smtClean="0"/>
          </a:p>
        </p:txBody>
      </p:sp>
      <p:sp>
        <p:nvSpPr>
          <p:cNvPr id="1229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1C913BF7-0A47-44AB-BC60-320BCFAAD2CD}" type="slidenum">
              <a:rPr lang="ko-KR" altLang="en-US" smtClean="0">
                <a:solidFill>
                  <a:srgbClr val="000000"/>
                </a:solidFill>
              </a:rPr>
              <a:pPr/>
              <a:t>3</a:t>
            </a:fld>
            <a:endParaRPr lang="ko-KR" altLang="en-US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933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 userDrawn="1"/>
        </p:nvSpPr>
        <p:spPr>
          <a:xfrm>
            <a:off x="0" y="0"/>
            <a:ext cx="9906000" cy="62071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800" dirty="0">
              <a:solidFill>
                <a:prstClr val="white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3" name="직선 연결선 6"/>
          <p:cNvCxnSpPr/>
          <p:nvPr userDrawn="1"/>
        </p:nvCxnSpPr>
        <p:spPr>
          <a:xfrm>
            <a:off x="0" y="523875"/>
            <a:ext cx="9906000" cy="0"/>
          </a:xfrm>
          <a:prstGeom prst="line">
            <a:avLst/>
          </a:prstGeom>
          <a:solidFill>
            <a:schemeClr val="accent1">
              <a:alpha val="77000"/>
            </a:schemeClr>
          </a:solidFill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12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1F497D"/>
              </a:clrFrom>
              <a:clrTo>
                <a:srgbClr val="1F497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013" y="76200"/>
            <a:ext cx="5889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6783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2237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/>
          <p:cNvSpPr txBox="1">
            <a:spLocks noGrp="1"/>
          </p:cNvSpPr>
          <p:nvPr userDrawn="1"/>
        </p:nvSpPr>
        <p:spPr bwMode="auto">
          <a:xfrm>
            <a:off x="4665663" y="6381750"/>
            <a:ext cx="428625" cy="365125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fld id="{EF9CFE5C-130B-4719-8929-8528935BB4B3}" type="slidenum">
              <a:rPr kumimoji="0" lang="ko-KR" altLang="en-US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 eaLnBrk="1" latinLnBrk="1" hangingPunct="1">
                <a:defRPr/>
              </a:pPr>
              <a:t>‹#›</a:t>
            </a:fld>
            <a:endParaRPr kumimoji="0" lang="ko-KR" altLang="en-US" sz="1200" smtClean="0">
              <a:solidFill>
                <a:srgbClr val="89898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0073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828" r:id="rId1"/>
    <p:sldLayoutId id="2147491842" r:id="rId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36476" y="116632"/>
            <a:ext cx="550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US4_PE_ASC </a:t>
            </a:r>
            <a:r>
              <a:rPr lang="ko-KR" altLang="en-US" b="1" dirty="0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전동 사이드 간헐적 </a:t>
            </a:r>
            <a:r>
              <a:rPr lang="ko-KR" altLang="en-US" b="1" dirty="0" err="1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오동작</a:t>
            </a:r>
            <a:r>
              <a:rPr lang="ko-KR" altLang="en-US" b="1" dirty="0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현상</a:t>
            </a:r>
            <a:endParaRPr lang="ko-KR" altLang="en-US" b="1" dirty="0"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6476" y="1268760"/>
            <a:ext cx="946905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스텝 간헐적 </a:t>
            </a:r>
            <a:r>
              <a:rPr lang="ko-KR" altLang="en-US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오동작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현상 접수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(25.12.16 -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남양연구소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현상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IGN ON &amp; DOOR OPEN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약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10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분 이상 유지 시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STEP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간헐적 울컥거림 현상 발생</a:t>
            </a:r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원인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STEP OPEN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상태에서 </a:t>
            </a:r>
            <a:r>
              <a:rPr lang="ko-KR" altLang="en-US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휠속도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신호를 받아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CLOSE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→ 즉시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OPEN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하는 상태</a:t>
            </a:r>
            <a:endParaRPr lang="en-US" altLang="ko-KR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endParaRPr lang="en-US" altLang="ko-KR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필터링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신호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차 적용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(25.12.23 –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남양연구소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  <a:p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- 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대책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</a:t>
            </a:r>
            <a:r>
              <a:rPr lang="ko-KR" altLang="en-US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휠속도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변속기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도어 신호에 대해 </a:t>
            </a:r>
            <a:r>
              <a:rPr lang="ko-KR" altLang="en-US" dirty="0" err="1" smtClean="0"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필터링</a:t>
            </a:r>
            <a:r>
              <a:rPr lang="ko-KR" altLang="en-US" dirty="0" smtClean="0"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적용</a:t>
            </a:r>
            <a:endParaRPr lang="en-US" altLang="ko-KR" dirty="0" smtClean="0"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차 수정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SW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적용 시 해당 현상 재현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x </a:t>
            </a:r>
          </a:p>
          <a:p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Tx/>
              <a:buChar char="-"/>
            </a:pPr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최종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SW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점검 </a:t>
            </a:r>
            <a:r>
              <a:rPr lang="ko-KR" altLang="en-US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실차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테스트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(26.01.08 –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수원 </a:t>
            </a:r>
            <a:r>
              <a:rPr lang="ko-KR" altLang="en-US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오토앤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US4 PE VIP </a:t>
            </a:r>
            <a:r>
              <a:rPr lang="ko-KR" altLang="en-US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모빌리티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차종 최종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SW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적용 후 해당 현상 및 사이드 이펙트 검토 예정</a:t>
            </a:r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Tx/>
              <a:buChar char="-"/>
            </a:pPr>
            <a:endParaRPr lang="en-US" altLang="ko-KR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Tx/>
              <a:buChar char="-"/>
            </a:pPr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Tx/>
              <a:buChar char="-"/>
            </a:pPr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24090" y="2472640"/>
            <a:ext cx="1440160" cy="50405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smtClean="0"/>
              <a:t>OPEN </a:t>
            </a:r>
            <a:r>
              <a:rPr lang="ko-KR" altLang="en-US" b="1" dirty="0" smtClean="0"/>
              <a:t>상태</a:t>
            </a:r>
            <a:endParaRPr lang="ko-KR" altLang="en-US" b="1" dirty="0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3321719" y="2472640"/>
            <a:ext cx="1296144" cy="50405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CLOSE</a:t>
            </a:r>
            <a:endParaRPr lang="ko-KR" altLang="en-US" b="1" dirty="0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5193927" y="2472640"/>
            <a:ext cx="1296144" cy="50405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OPEN</a:t>
            </a:r>
            <a:endParaRPr lang="ko-KR" altLang="en-US" b="1" dirty="0"/>
          </a:p>
        </p:txBody>
      </p:sp>
      <p:sp>
        <p:nvSpPr>
          <p:cNvPr id="7" name="오른쪽 화살표 6"/>
          <p:cNvSpPr/>
          <p:nvPr/>
        </p:nvSpPr>
        <p:spPr>
          <a:xfrm>
            <a:off x="1862272" y="2616656"/>
            <a:ext cx="131414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오른쪽 화살표 18"/>
          <p:cNvSpPr/>
          <p:nvPr/>
        </p:nvSpPr>
        <p:spPr>
          <a:xfrm>
            <a:off x="4763164" y="2616656"/>
            <a:ext cx="285462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754512" y="2976696"/>
            <a:ext cx="9979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smtClean="0"/>
              <a:t>휠 속도 신호 入</a:t>
            </a:r>
            <a:endParaRPr lang="ko-KR" altLang="en-US" sz="9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4501366" y="2976696"/>
            <a:ext cx="9793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smtClean="0"/>
              <a:t>휠 속도 신호 出</a:t>
            </a:r>
            <a:endParaRPr lang="ko-KR" altLang="en-US" sz="900" b="1" dirty="0"/>
          </a:p>
        </p:txBody>
      </p:sp>
      <p:pic>
        <p:nvPicPr>
          <p:cNvPr id="14" name="MicrosoftTeams-video (8)">
            <a:hlinkClick r:id="" action="ppaction://media"/>
            <a:extLst>
              <a:ext uri="{FF2B5EF4-FFF2-40B4-BE49-F238E27FC236}">
                <a16:creationId xmlns:a16="http://schemas.microsoft.com/office/drawing/2014/main" id="{665CE48D-7E4F-51A7-AE2A-177A996A584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966622" y="2443820"/>
            <a:ext cx="2715404" cy="152741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665802" y="4038749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</a:t>
            </a:r>
            <a:r>
              <a:rPr lang="ko-KR" altLang="en-US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오동작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현상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&gt;</a:t>
            </a:r>
            <a:endParaRPr lang="ko-KR" altLang="en-US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0148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42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36476" y="116632"/>
            <a:ext cx="630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US4_PE_ASC </a:t>
            </a:r>
            <a:r>
              <a:rPr lang="ko-KR" altLang="en-US" b="1" dirty="0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전동 사이드 간헐적 </a:t>
            </a:r>
            <a:r>
              <a:rPr lang="ko-KR" altLang="en-US" b="1" dirty="0" err="1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오동작</a:t>
            </a:r>
            <a:r>
              <a:rPr lang="ko-KR" altLang="en-US" b="1" dirty="0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현상</a:t>
            </a:r>
            <a:r>
              <a:rPr lang="en-US" altLang="ko-KR" b="1" dirty="0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(25.12.16)</a:t>
            </a:r>
            <a:endParaRPr lang="ko-KR" altLang="en-US" b="1" dirty="0"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6476" y="1163112"/>
            <a:ext cx="4670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휠속도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유입에 </a:t>
            </a:r>
            <a:r>
              <a:rPr lang="ko-KR" altLang="en-US" sz="2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따른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STATE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변화</a:t>
            </a:r>
            <a:endParaRPr lang="ko-KR" altLang="en-US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560" y="1694386"/>
            <a:ext cx="7983064" cy="205768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601072" y="1563222"/>
            <a:ext cx="43924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울컥거림 현상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lang="ko-KR" altLang="en-US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모터 동작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lang="ko-KR" altLang="en-US" sz="10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75" y="5492768"/>
            <a:ext cx="7475868" cy="960203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917035" y="5395679"/>
            <a:ext cx="1224136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504" y="4021737"/>
            <a:ext cx="8283658" cy="10287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1614" y="3714657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OPEN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조건 </a:t>
            </a:r>
            <a:endParaRPr lang="ko-KR" altLang="en-US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1614" y="5058579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CLOSE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조건</a:t>
            </a:r>
            <a:endParaRPr lang="ko-KR" altLang="en-US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917035" y="4013684"/>
            <a:ext cx="1091749" cy="2791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489755" y="4497623"/>
            <a:ext cx="646822" cy="1876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489755" y="5931274"/>
            <a:ext cx="646822" cy="1876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445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72480" y="116632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US4_PE_ASC </a:t>
            </a:r>
            <a:r>
              <a:rPr lang="ko-KR" altLang="en-US" b="1" dirty="0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전동 사이드 간헐적 </a:t>
            </a:r>
            <a:r>
              <a:rPr lang="ko-KR" altLang="en-US" b="1" dirty="0" err="1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오동작</a:t>
            </a:r>
            <a:r>
              <a:rPr lang="ko-KR" altLang="en-US" b="1" dirty="0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현상</a:t>
            </a:r>
            <a:r>
              <a:rPr lang="en-US" altLang="ko-KR" b="1" dirty="0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(26.01.08)</a:t>
            </a:r>
            <a:endParaRPr lang="ko-KR" altLang="en-US" b="1" dirty="0"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210" y="1988840"/>
            <a:ext cx="3118263" cy="432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1614" y="1124744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도어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OPEN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 </a:t>
            </a:r>
            <a:r>
              <a:rPr lang="ko-KR" altLang="en-US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필터링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적용 예</a:t>
            </a:r>
            <a:endParaRPr lang="ko-KR" altLang="en-US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603" y="2852936"/>
            <a:ext cx="3165225" cy="432048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6602" y="3817152"/>
            <a:ext cx="3165225" cy="3946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0127" y="1944746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RAW</a:t>
            </a:r>
            <a:endParaRPr lang="ko-KR" altLang="en-US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4251" y="2143889"/>
            <a:ext cx="9019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FILTERING</a:t>
            </a:r>
            <a:endParaRPr lang="ko-KR" altLang="en-US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0127" y="2836855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RAW</a:t>
            </a:r>
            <a:endParaRPr lang="ko-KR" altLang="en-US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4251" y="3035998"/>
            <a:ext cx="9019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FILTERING</a:t>
            </a:r>
            <a:endParaRPr lang="ko-KR" altLang="en-US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0127" y="3747317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RAW</a:t>
            </a:r>
            <a:endParaRPr lang="ko-KR" altLang="en-US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94251" y="3946460"/>
            <a:ext cx="9019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FILTERING</a:t>
            </a:r>
            <a:endParaRPr lang="ko-KR" altLang="en-US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08984" y="1915740"/>
            <a:ext cx="28803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도어 </a:t>
            </a:r>
            <a:r>
              <a:rPr lang="en-US" altLang="ko-KR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CLOSE </a:t>
            </a:r>
            <a:r>
              <a:rPr lang="ko-KR" altLang="en-US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 신호</a:t>
            </a:r>
            <a:endParaRPr lang="ko-KR" altLang="en-US" sz="15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08984" y="2874415"/>
            <a:ext cx="28803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도어 </a:t>
            </a:r>
            <a:r>
              <a:rPr lang="en-US" altLang="ko-KR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OPEN </a:t>
            </a:r>
            <a:r>
              <a:rPr lang="ko-KR" altLang="en-US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 </a:t>
            </a:r>
            <a:r>
              <a:rPr lang="en-US" altLang="ko-KR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RAW </a:t>
            </a:r>
            <a:r>
              <a:rPr lang="ko-KR" altLang="en-US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신호 입력</a:t>
            </a:r>
            <a:endParaRPr lang="ko-KR" altLang="en-US" sz="15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8984" y="3852891"/>
            <a:ext cx="50970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RAW </a:t>
            </a:r>
            <a:r>
              <a:rPr lang="ko-KR" altLang="en-US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신호 </a:t>
            </a:r>
            <a:r>
              <a:rPr lang="en-US" altLang="ko-KR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Filtering(200ms count) </a:t>
            </a:r>
            <a:r>
              <a:rPr lang="ko-KR" altLang="en-US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하여 </a:t>
            </a:r>
            <a:r>
              <a:rPr lang="ko-KR" altLang="en-US" sz="15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로직</a:t>
            </a:r>
            <a:r>
              <a:rPr lang="ko-KR" altLang="en-US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변수로 적용</a:t>
            </a:r>
            <a:endParaRPr lang="ko-KR" altLang="en-US" sz="15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251" y="5301208"/>
            <a:ext cx="4186618" cy="86824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80992" y="5517232"/>
            <a:ext cx="44644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동일조건 </a:t>
            </a:r>
            <a:r>
              <a:rPr lang="en-US" altLang="ko-KR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STEP OPEN </a:t>
            </a:r>
            <a:r>
              <a:rPr lang="ko-KR" altLang="en-US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약 </a:t>
            </a:r>
            <a:r>
              <a:rPr lang="en-US" altLang="ko-KR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12</a:t>
            </a:r>
            <a:r>
              <a:rPr lang="ko-KR" altLang="en-US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분 유지 </a:t>
            </a:r>
            <a:r>
              <a:rPr lang="en-US" altLang="ko-KR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* 6</a:t>
            </a:r>
            <a:r>
              <a:rPr lang="ko-KR" altLang="en-US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회</a:t>
            </a:r>
            <a:endParaRPr lang="en-US" altLang="ko-KR" sz="1500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필터링</a:t>
            </a:r>
            <a:r>
              <a:rPr lang="ko-KR" altLang="en-US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적용 후 모터 </a:t>
            </a:r>
            <a:r>
              <a:rPr lang="ko-KR" altLang="en-US" sz="15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미동작</a:t>
            </a:r>
            <a:r>
              <a:rPr lang="ko-KR" altLang="en-US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검증 완료</a:t>
            </a:r>
            <a:endParaRPr lang="ko-KR" altLang="en-US" sz="15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3440832" y="5301208"/>
            <a:ext cx="432048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연결선 30"/>
          <p:cNvCxnSpPr/>
          <p:nvPr/>
        </p:nvCxnSpPr>
        <p:spPr>
          <a:xfrm>
            <a:off x="294251" y="4509120"/>
            <a:ext cx="876320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41614" y="4791673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SW </a:t>
            </a:r>
            <a:r>
              <a:rPr lang="ko-KR" altLang="en-US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필터링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적용 후 검토 결과</a:t>
            </a:r>
            <a:endParaRPr lang="ko-KR" altLang="en-US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208763" y="3997242"/>
            <a:ext cx="3143063" cy="2262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1208763" y="2852936"/>
            <a:ext cx="3143063" cy="2262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399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5491</TotalTime>
  <Words>214</Words>
  <Application>Microsoft Office PowerPoint</Application>
  <PresentationFormat>A4 용지(210x297mm)</PresentationFormat>
  <Paragraphs>48</Paragraphs>
  <Slides>3</Slides>
  <Notes>3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HY헤드라인M</vt:lpstr>
      <vt:lpstr>굴림</vt:lpstr>
      <vt:lpstr>맑은 고딕</vt:lpstr>
      <vt:lpstr>현대하모니 M</vt:lpstr>
      <vt:lpstr>Arial</vt:lpstr>
      <vt:lpstr>1_디자인 사용자 지정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hmc</dc:creator>
  <cp:lastModifiedBy>cts00</cp:lastModifiedBy>
  <cp:revision>574</cp:revision>
  <cp:lastPrinted>2014-12-14T21:26:27Z</cp:lastPrinted>
  <dcterms:created xsi:type="dcterms:W3CDTF">2010-08-14T05:41:07Z</dcterms:created>
  <dcterms:modified xsi:type="dcterms:W3CDTF">2026-01-09T04:55:10Z</dcterms:modified>
</cp:coreProperties>
</file>