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9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10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11.xml" ContentType="application/vnd.openxmlformats-officedocument.theme+xml"/>
  <Override PartName="/ppt/slideLayouts/slideLayout39.xml" ContentType="application/vnd.openxmlformats-officedocument.presentationml.slideLayout+xml"/>
  <Override PartName="/ppt/theme/theme12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1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16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17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18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19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0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1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2.xml" ContentType="application/vnd.openxmlformats-officedocument.theme+xml"/>
  <Override PartName="/ppt/slideLayouts/slideLayout81.xml" ContentType="application/vnd.openxmlformats-officedocument.presentationml.slideLayout+xml"/>
  <Override PartName="/ppt/theme/theme23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24.xml" ContentType="application/vnd.openxmlformats-officedocument.theme+xml"/>
  <Override PartName="/ppt/slideLayouts/slideLayout84.xml" ContentType="application/vnd.openxmlformats-officedocument.presentationml.slideLayout+xml"/>
  <Override PartName="/ppt/theme/theme25.xml" ContentType="application/vnd.openxmlformats-officedocument.theme+xml"/>
  <Override PartName="/ppt/theme/theme2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  <p:sldMasterId id="2147483841" r:id="rId2"/>
    <p:sldMasterId id="2147483864" r:id="rId3"/>
    <p:sldMasterId id="2147483867" r:id="rId4"/>
    <p:sldMasterId id="2147483876" r:id="rId5"/>
    <p:sldMasterId id="2147483899" r:id="rId6"/>
    <p:sldMasterId id="2147483901" r:id="rId7"/>
    <p:sldMasterId id="2147483914" r:id="rId8"/>
    <p:sldMasterId id="2147483917" r:id="rId9"/>
    <p:sldMasterId id="2147483920" r:id="rId10"/>
    <p:sldMasterId id="2147483923" r:id="rId11"/>
    <p:sldMasterId id="2147483929" r:id="rId12"/>
    <p:sldMasterId id="2147483931" r:id="rId13"/>
    <p:sldMasterId id="2147483934" r:id="rId14"/>
    <p:sldMasterId id="2147483939" r:id="rId15"/>
    <p:sldMasterId id="2147483970" r:id="rId16"/>
    <p:sldMasterId id="2147483982" r:id="rId17"/>
    <p:sldMasterId id="2147483985" r:id="rId18"/>
    <p:sldMasterId id="2147483988" r:id="rId19"/>
    <p:sldMasterId id="2147483992" r:id="rId20"/>
    <p:sldMasterId id="2147483995" r:id="rId21"/>
    <p:sldMasterId id="2147484039" r:id="rId22"/>
    <p:sldMasterId id="2147484051" r:id="rId23"/>
    <p:sldMasterId id="2147484054" r:id="rId24"/>
    <p:sldMasterId id="2147484058" r:id="rId25"/>
  </p:sldMasterIdLst>
  <p:notesMasterIdLst>
    <p:notesMasterId r:id="rId27"/>
  </p:notesMasterIdLst>
  <p:sldIdLst>
    <p:sldId id="279" r:id="rId26"/>
  </p:sldIdLst>
  <p:sldSz cx="9906000" cy="6858000" type="A4"/>
  <p:notesSz cx="7010400" cy="9296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작성 양식" id="{483D0E6A-7089-40E3-B9E8-EA5251C07370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01">
          <p15:clr>
            <a:srgbClr val="A4A3A4"/>
          </p15:clr>
        </p15:guide>
        <p15:guide id="2" orient="horz" pos="342">
          <p15:clr>
            <a:srgbClr val="A4A3A4"/>
          </p15:clr>
        </p15:guide>
        <p15:guide id="3" pos="3029" userDrawn="1">
          <p15:clr>
            <a:srgbClr val="A4A3A4"/>
          </p15:clr>
        </p15:guide>
        <p15:guide id="4" pos="172">
          <p15:clr>
            <a:srgbClr val="A4A3A4"/>
          </p15:clr>
        </p15:guide>
        <p15:guide id="5" pos="6114">
          <p15:clr>
            <a:srgbClr val="A4A3A4"/>
          </p15:clr>
        </p15:guide>
        <p15:guide id="6" pos="4844">
          <p15:clr>
            <a:srgbClr val="A4A3A4"/>
          </p15:clr>
        </p15:guide>
        <p15:guide id="7" pos="3075" userDrawn="1">
          <p15:clr>
            <a:srgbClr val="A4A3A4"/>
          </p15:clr>
        </p15:guide>
        <p15:guide id="8" pos="2666" userDrawn="1">
          <p15:clr>
            <a:srgbClr val="A4A3A4"/>
          </p15:clr>
        </p15:guide>
        <p15:guide id="9" orient="horz" pos="799" userDrawn="1">
          <p15:clr>
            <a:srgbClr val="A4A3A4"/>
          </p15:clr>
        </p15:guide>
        <p15:guide id="10" orient="horz" pos="2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CC"/>
    <a:srgbClr val="FFCC99"/>
    <a:srgbClr val="0000FF"/>
    <a:srgbClr val="0066FF"/>
    <a:srgbClr val="3333FF"/>
    <a:srgbClr val="CCEC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46" autoAdjust="0"/>
    <p:restoredTop sz="94660"/>
  </p:normalViewPr>
  <p:slideViewPr>
    <p:cSldViewPr>
      <p:cViewPr>
        <p:scale>
          <a:sx n="100" d="100"/>
          <a:sy n="100" d="100"/>
        </p:scale>
        <p:origin x="1164" y="-72"/>
      </p:cViewPr>
      <p:guideLst>
        <p:guide orient="horz" pos="4201"/>
        <p:guide orient="horz" pos="342"/>
        <p:guide pos="3029"/>
        <p:guide pos="172"/>
        <p:guide pos="6114"/>
        <p:guide pos="4844"/>
        <p:guide pos="3075"/>
        <p:guide pos="2666"/>
        <p:guide orient="horz" pos="799"/>
        <p:guide orient="horz" pos="22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96350-5695-47EC-8D49-77D0F9089290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7425" y="696913"/>
            <a:ext cx="503555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1041" y="4415791"/>
            <a:ext cx="5608320" cy="41833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EF573-257D-49C3-B04D-0C5B96D600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01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2C39E-7A3E-4DB3-C887-280EC39BA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60958757-5D14-D14B-91AE-071E7A4915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910860BB-D865-F23F-BE54-671EA3ADF9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1A07C520-E6E0-104E-A0B7-BE4C308FC382}"/>
              </a:ext>
            </a:extLst>
          </p:cNvPr>
          <p:cNvSpPr txBox="1">
            <a:spLocks noGrp="1"/>
          </p:cNvSpPr>
          <p:nvPr/>
        </p:nvSpPr>
        <p:spPr bwMode="auto">
          <a:xfrm>
            <a:off x="3814626" y="9370947"/>
            <a:ext cx="2919565" cy="493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6" tIns="45369" rIns="90736" bIns="45369" anchor="b"/>
          <a:lstStyle>
            <a:lvl1pPr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defTabSz="957263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r" defTabSz="950084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7C0AF9-2D23-48BE-8B60-16D9C235FECA}" type="slidenum"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50084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930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0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8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8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9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0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0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6"/>
          <p:cNvGrpSpPr>
            <a:grpSpLocks/>
          </p:cNvGrpSpPr>
          <p:nvPr userDrawn="1"/>
        </p:nvGrpSpPr>
        <p:grpSpPr bwMode="auto">
          <a:xfrm>
            <a:off x="579458" y="2406712"/>
            <a:ext cx="8713787" cy="301625"/>
            <a:chOff x="329" y="1821"/>
            <a:chExt cx="6071" cy="0"/>
          </a:xfrm>
        </p:grpSpPr>
        <p:sp>
          <p:nvSpPr>
            <p:cNvPr id="21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dirty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dirty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graphicFrame>
        <p:nvGraphicFramePr>
          <p:cNvPr id="23" name="Group 44"/>
          <p:cNvGraphicFramePr>
            <a:graphicFrameLocks noGrp="1"/>
          </p:cNvGraphicFramePr>
          <p:nvPr userDrawn="1"/>
        </p:nvGraphicFramePr>
        <p:xfrm>
          <a:off x="273050" y="188913"/>
          <a:ext cx="1163638" cy="360362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●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의사결정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Group 52"/>
          <p:cNvGraphicFramePr>
            <a:graphicFrameLocks noGrp="1"/>
          </p:cNvGraphicFramePr>
          <p:nvPr userDrawn="1"/>
        </p:nvGraphicFramePr>
        <p:xfrm>
          <a:off x="1497018" y="188913"/>
          <a:ext cx="1162050" cy="360362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○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현황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정보보고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Group 60"/>
          <p:cNvGraphicFramePr>
            <a:graphicFrameLocks noGrp="1"/>
          </p:cNvGraphicFramePr>
          <p:nvPr userDrawn="1"/>
        </p:nvGraphicFramePr>
        <p:xfrm>
          <a:off x="2711452" y="188913"/>
          <a:ext cx="1162050" cy="360362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○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</a:rPr>
                        <a:t>수명보고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제목 42"/>
          <p:cNvSpPr>
            <a:spLocks noGrp="1"/>
          </p:cNvSpPr>
          <p:nvPr>
            <p:ph type="title" hasCustomPrompt="1"/>
          </p:nvPr>
        </p:nvSpPr>
        <p:spPr>
          <a:xfrm>
            <a:off x="641522" y="1743941"/>
            <a:ext cx="5132475" cy="63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>
            <a:spAutoFit/>
          </a:bodyPr>
          <a:lstStyle>
            <a:lvl1pPr algn="l">
              <a:defRPr lang="ko-KR" altLang="en-US" sz="3600" kern="12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</a:lstStyle>
          <a:p>
            <a:pPr lvl="0" algn="l" defTabSz="838200" eaLnBrk="1" hangingPunct="1">
              <a:spcBef>
                <a:spcPct val="20000"/>
              </a:spcBef>
            </a:pP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현대하모니</a:t>
            </a:r>
            <a:r>
              <a:rPr lang="en-US" altLang="ko-KR" dirty="0"/>
              <a:t>M – 36pt</a:t>
            </a:r>
            <a:endParaRPr lang="ko-KR" altLang="en-US" dirty="0"/>
          </a:p>
        </p:txBody>
      </p:sp>
      <p:sp>
        <p:nvSpPr>
          <p:cNvPr id="49" name="텍스트 개체 틀 48"/>
          <p:cNvSpPr>
            <a:spLocks noGrp="1"/>
          </p:cNvSpPr>
          <p:nvPr>
            <p:ph type="body" sz="quarter" idx="10" hasCustomPrompt="1"/>
          </p:nvPr>
        </p:nvSpPr>
        <p:spPr>
          <a:xfrm>
            <a:off x="632520" y="1350455"/>
            <a:ext cx="3599631" cy="358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0012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소제목</a:t>
            </a:r>
            <a:r>
              <a:rPr lang="en-US" altLang="ko-KR" dirty="0"/>
              <a:t>, </a:t>
            </a:r>
            <a:r>
              <a:rPr lang="ko-KR" altLang="en-US" dirty="0"/>
              <a:t>현대하모니</a:t>
            </a:r>
            <a:r>
              <a:rPr lang="en-US" altLang="ko-KR" dirty="0"/>
              <a:t>M – 20pt</a:t>
            </a:r>
            <a:endParaRPr lang="ko-KR" altLang="en-US" dirty="0"/>
          </a:p>
        </p:txBody>
      </p:sp>
      <p:sp>
        <p:nvSpPr>
          <p:cNvPr id="54" name="텍스트 개체 틀 53"/>
          <p:cNvSpPr>
            <a:spLocks noGrp="1"/>
          </p:cNvSpPr>
          <p:nvPr>
            <p:ph type="body" sz="quarter" idx="13" hasCustomPrompt="1"/>
          </p:nvPr>
        </p:nvSpPr>
        <p:spPr>
          <a:xfrm>
            <a:off x="705198" y="4936297"/>
            <a:ext cx="1295474" cy="2689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0012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 dirty="0"/>
              <a:t>2015.03.09</a:t>
            </a:r>
            <a:endParaRPr lang="ko-KR" altLang="en-US" dirty="0"/>
          </a:p>
        </p:txBody>
      </p:sp>
      <p:sp>
        <p:nvSpPr>
          <p:cNvPr id="55" name="텍스트 개체 틀 53"/>
          <p:cNvSpPr>
            <a:spLocks noGrp="1"/>
          </p:cNvSpPr>
          <p:nvPr>
            <p:ph type="body" sz="quarter" idx="14" hasCustomPrompt="1"/>
          </p:nvPr>
        </p:nvSpPr>
        <p:spPr>
          <a:xfrm>
            <a:off x="705221" y="5233954"/>
            <a:ext cx="1871539" cy="2399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0012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ko-KR" dirty="0"/>
              <a:t>Written by Taylor Huh</a:t>
            </a:r>
            <a:endParaRPr lang="ko-KR" altLang="en-US" dirty="0"/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5" hasCustomPrompt="1"/>
          </p:nvPr>
        </p:nvSpPr>
        <p:spPr>
          <a:xfrm>
            <a:off x="8831427" y="179387"/>
            <a:ext cx="792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>
              <a:buNone/>
              <a:defRPr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 lvl="0" algn="ctr" defTabSz="838200" eaLnBrk="1" hangingPunct="1">
              <a:spcBef>
                <a:spcPct val="0"/>
              </a:spcBef>
            </a:pPr>
            <a:r>
              <a:rPr lang="ko-KR" altLang="en-US" dirty="0"/>
              <a:t>대 외 비</a:t>
            </a:r>
          </a:p>
        </p:txBody>
      </p:sp>
    </p:spTree>
    <p:extLst>
      <p:ext uri="{BB962C8B-B14F-4D97-AF65-F5344CB8AC3E}">
        <p14:creationId xmlns:p14="http://schemas.microsoft.com/office/powerpoint/2010/main" val="2507823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895" y="2689225"/>
            <a:ext cx="9363075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428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latinLnBrk="0"/>
              <a:endParaRPr lang="en-GB">
                <a:solidFill>
                  <a:prstClr val="black"/>
                </a:solidFill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811" y="1821"/>
              <a:ext cx="1589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latinLnBrk="0"/>
              <a:endParaRPr lang="en-GB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79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895" y="2689225"/>
            <a:ext cx="9363075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cs-CZ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cs-CZ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pic>
        <p:nvPicPr>
          <p:cNvPr id="6" name="Picture 46"/>
          <p:cNvPicPr>
            <a:picLocks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20555" y="6125796"/>
            <a:ext cx="148074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43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cs-CZ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cs-CZ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23345" y="6556439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  <a:prstGeom prst="rect">
            <a:avLst/>
          </a:prstGeo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7312045" y="328616"/>
            <a:ext cx="2312988" cy="3635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sz="1400" b="1" smtClean="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CECC9AD-1215-4E49-A142-A64FB492B82B}" type="slidenum">
              <a:rPr kumimoji="1" lang="ko-KR" altLang="en-US">
                <a:latin typeface="굴림" pitchFamily="50" charset="-127"/>
                <a:ea typeface="굴림" pitchFamily="50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ko-KR" altLang="en-US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831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4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cs-CZ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cs-CZ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18535" y="6524689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43" y="116632"/>
            <a:ext cx="6730331" cy="506486"/>
          </a:xfrm>
          <a:prstGeom prst="rect">
            <a:avLst/>
          </a:prstGeom>
        </p:spPr>
        <p:txBody>
          <a:bodyPr/>
          <a:lstStyle>
            <a:lvl1pPr algn="l">
              <a:defRPr sz="2600">
                <a:latin typeface="HDharmony M" pitchFamily="18" charset="-127"/>
                <a:ea typeface="HDharmony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7393001" y="6481827"/>
            <a:ext cx="2312987" cy="3635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sz="1400" smtClean="0">
                <a:solidFill>
                  <a:srgbClr val="000000"/>
                </a:solidFill>
                <a:latin typeface="HDharmony M" pitchFamily="18" charset="-127"/>
                <a:ea typeface="HDharmony M" pitchFamily="18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208915-E127-4F70-ACD1-18AD7050D9DD}" type="slidenum">
              <a:rPr kumimoji="1"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ko-KR" altLang="en-US"/>
          </a:p>
        </p:txBody>
      </p:sp>
      <p:sp>
        <p:nvSpPr>
          <p:cNvPr id="10" name="Text Box 38"/>
          <p:cNvSpPr txBox="1">
            <a:spLocks noChangeArrowheads="1"/>
          </p:cNvSpPr>
          <p:nvPr userDrawn="1"/>
        </p:nvSpPr>
        <p:spPr bwMode="auto">
          <a:xfrm>
            <a:off x="8463410" y="46066"/>
            <a:ext cx="1157420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3969" tIns="41985" rIns="83969" bIns="41985"/>
          <a:lstStyle>
            <a:lvl1pPr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ko-KR" altLang="en-US" dirty="0" err="1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사내한</a:t>
            </a:r>
            <a:endParaRPr lang="en-US" altLang="ko-KR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algn="ctr" eaLnBrk="1" latinLnBrk="0" hangingPunct="1">
              <a:spcBef>
                <a:spcPct val="50000"/>
              </a:spcBef>
            </a:pPr>
            <a:r>
              <a:rPr lang="en-US" altLang="ko-KR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RESTRICTED</a:t>
            </a:r>
            <a:endParaRPr lang="ko-KR" altLang="en-US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578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en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495301" y="6245225"/>
            <a:ext cx="23114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1" smtClean="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cs-CZ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384570" y="6245225"/>
            <a:ext cx="31369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1" smtClean="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cs-CZ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7294563" y="6453188"/>
            <a:ext cx="2309812" cy="4048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1" smtClean="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95223F-E3A9-48DE-8791-C1019EF0BBD1}" type="slidenum">
              <a:rPr kumimoji="1" lang="en-US" altLang="cs-CZ">
                <a:latin typeface="굴림" pitchFamily="50" charset="-127"/>
                <a:ea typeface="굴림" pitchFamily="50" charset="-127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cs-CZ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618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 txBox="1">
            <a:spLocks/>
          </p:cNvSpPr>
          <p:nvPr userDrawn="1"/>
        </p:nvSpPr>
        <p:spPr bwMode="auto">
          <a:xfrm>
            <a:off x="7319976" y="6453252"/>
            <a:ext cx="2312987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7CF91F46-954F-437D-88E0-1D8ACD543457}" type="slidenum">
              <a:rPr lang="ko-KR" altLang="en-US" sz="1400" smtClean="0">
                <a:solidFill>
                  <a:srgbClr val="000000"/>
                </a:solidFill>
                <a:latin typeface="HDharmony M" pitchFamily="18" charset="-127"/>
                <a:ea typeface="HDharmony M" pitchFamily="18" charset="-127"/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 sz="1400">
              <a:solidFill>
                <a:srgbClr val="000000"/>
              </a:solidFill>
              <a:latin typeface="HDharmony M" pitchFamily="18" charset="-127"/>
              <a:ea typeface="HDharmony M" pitchFamily="18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43" y="116632"/>
            <a:ext cx="6730331" cy="506486"/>
          </a:xfrm>
          <a:prstGeom prst="rect">
            <a:avLst/>
          </a:prstGeom>
        </p:spPr>
        <p:txBody>
          <a:bodyPr/>
          <a:lstStyle>
            <a:lvl1pPr algn="l">
              <a:defRPr sz="2600">
                <a:latin typeface="HDharmony M" pitchFamily="18" charset="-127"/>
                <a:ea typeface="HDharmony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9" name="Group 9"/>
          <p:cNvGrpSpPr>
            <a:grpSpLocks/>
          </p:cNvGrpSpPr>
          <p:nvPr userDrawn="1"/>
        </p:nvGrpSpPr>
        <p:grpSpPr bwMode="auto">
          <a:xfrm>
            <a:off x="273051" y="596956"/>
            <a:ext cx="9359900" cy="277812"/>
            <a:chOff x="329" y="1821"/>
            <a:chExt cx="6071" cy="0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481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4864" y="1821"/>
              <a:ext cx="1536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3" name="Text Box 38"/>
          <p:cNvSpPr txBox="1">
            <a:spLocks noChangeArrowheads="1"/>
          </p:cNvSpPr>
          <p:nvPr userDrawn="1"/>
        </p:nvSpPr>
        <p:spPr bwMode="auto">
          <a:xfrm>
            <a:off x="8463410" y="46066"/>
            <a:ext cx="1157420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3969" tIns="41985" rIns="83969" bIns="41985"/>
          <a:lstStyle>
            <a:lvl1pPr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ko-KR" altLang="en-US" dirty="0" err="1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사내한</a:t>
            </a:r>
            <a:endParaRPr lang="en-US" altLang="ko-KR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algn="ctr" eaLnBrk="1" latinLnBrk="0" hangingPunct="1">
              <a:spcBef>
                <a:spcPct val="50000"/>
              </a:spcBef>
            </a:pPr>
            <a:r>
              <a:rPr lang="en-US" altLang="ko-KR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RESTRICTED</a:t>
            </a:r>
            <a:endParaRPr lang="ko-KR" altLang="en-US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1757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 txBox="1">
            <a:spLocks/>
          </p:cNvSpPr>
          <p:nvPr userDrawn="1"/>
        </p:nvSpPr>
        <p:spPr>
          <a:xfrm>
            <a:off x="7312045" y="6524689"/>
            <a:ext cx="2312988" cy="252413"/>
          </a:xfrm>
          <a:prstGeom prst="rect">
            <a:avLst/>
          </a:prstGeom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fld id="{9F7ED254-5598-4C33-8A14-684599E568CB}" type="slidenum">
              <a:rPr lang="ko-KR" altLang="en-US" sz="1100" b="1" smtClean="0">
                <a:solidFill>
                  <a:srgbClr val="000000"/>
                </a:solidFill>
                <a:latin typeface="HDharmony M" pitchFamily="18" charset="-127"/>
              </a:rPr>
              <a:pPr algn="r" eaLnBrk="1" fontAlgn="base" latinLnBrk="0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 sz="1100" b="1">
              <a:solidFill>
                <a:srgbClr val="000000"/>
              </a:solidFill>
              <a:latin typeface="HDharmony M" pitchFamily="18" charset="-127"/>
            </a:endParaRPr>
          </a:p>
        </p:txBody>
      </p:sp>
      <p:grpSp>
        <p:nvGrpSpPr>
          <p:cNvPr id="8" name="Group 9"/>
          <p:cNvGrpSpPr>
            <a:grpSpLocks/>
          </p:cNvGrpSpPr>
          <p:nvPr userDrawn="1"/>
        </p:nvGrpSpPr>
        <p:grpSpPr bwMode="auto">
          <a:xfrm>
            <a:off x="273051" y="596956"/>
            <a:ext cx="9359900" cy="277812"/>
            <a:chOff x="329" y="1821"/>
            <a:chExt cx="6071" cy="0"/>
          </a:xfrm>
        </p:grpSpPr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481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4864" y="1821"/>
              <a:ext cx="1536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1" name="Text Box 38"/>
          <p:cNvSpPr txBox="1">
            <a:spLocks noChangeArrowheads="1"/>
          </p:cNvSpPr>
          <p:nvPr userDrawn="1"/>
        </p:nvSpPr>
        <p:spPr bwMode="auto">
          <a:xfrm>
            <a:off x="8463410" y="46066"/>
            <a:ext cx="1157420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3969" tIns="41985" rIns="83969" bIns="41985"/>
          <a:lstStyle>
            <a:lvl1pPr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ko-KR" altLang="en-US" dirty="0" err="1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사내한</a:t>
            </a:r>
            <a:endParaRPr lang="en-US" altLang="ko-KR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algn="ctr" eaLnBrk="1" latinLnBrk="0" hangingPunct="1">
              <a:spcBef>
                <a:spcPct val="50000"/>
              </a:spcBef>
            </a:pPr>
            <a:r>
              <a:rPr lang="en-US" altLang="ko-KR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RESTRICTED</a:t>
            </a:r>
            <a:endParaRPr lang="ko-KR" altLang="en-US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15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62523" y="414411"/>
            <a:ext cx="7098897" cy="461665"/>
          </a:xfrm>
          <a:prstGeom prst="rect">
            <a:avLst/>
          </a:prstGeom>
        </p:spPr>
        <p:txBody>
          <a:bodyPr/>
          <a:lstStyle/>
          <a:p>
            <a:r>
              <a:rPr lang="en-US" altLang="ko-KR" sz="3000" noProof="0">
                <a:solidFill>
                  <a:srgbClr val="58595B"/>
                </a:solidFill>
                <a:latin typeface="Tahoma" pitchFamily="34" charset="0"/>
                <a:cs typeface="Tahoma" pitchFamily="34" charset="0"/>
              </a:rPr>
              <a:t>Headline goes here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656045" y="6525439"/>
            <a:ext cx="587836" cy="196131"/>
          </a:xfrm>
          <a:prstGeom prst="rect">
            <a:avLst/>
          </a:prstGeom>
        </p:spPr>
        <p:txBody>
          <a:bodyPr/>
          <a:lstStyle/>
          <a:p>
            <a:pPr latinLnBrk="0"/>
            <a:fld id="{C5393247-BEC2-4132-819E-25C4067DC6DB}" type="slidenum">
              <a:rPr lang="en-US" smtClean="0">
                <a:solidFill>
                  <a:srgbClr val="58595B">
                    <a:tint val="75000"/>
                  </a:srgbClr>
                </a:solidFill>
              </a:rPr>
              <a:pPr latinLnBrk="0"/>
              <a:t>‹#›</a:t>
            </a:fld>
            <a:endParaRPr lang="en-US">
              <a:solidFill>
                <a:srgbClr val="58595B">
                  <a:tint val="75000"/>
                </a:srgbClr>
              </a:solidFill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62140" y="981085"/>
            <a:ext cx="7099300" cy="46166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400"/>
            </a:lvl1pPr>
          </a:lstStyle>
          <a:p>
            <a:pPr lvl="0"/>
            <a:r>
              <a:rPr lang="en-US" noProof="0" dirty="0" err="1"/>
              <a:t>Subheadline</a:t>
            </a:r>
            <a:r>
              <a:rPr lang="en-US" noProof="0" dirty="0"/>
              <a:t> goes here</a:t>
            </a:r>
          </a:p>
        </p:txBody>
      </p:sp>
      <p:cxnSp>
        <p:nvCxnSpPr>
          <p:cNvPr id="7" name="Gerade Verbindung 6"/>
          <p:cNvCxnSpPr/>
          <p:nvPr userDrawn="1"/>
        </p:nvCxnSpPr>
        <p:spPr bwMode="auto">
          <a:xfrm>
            <a:off x="662523" y="908720"/>
            <a:ext cx="7098897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8" name="Group 9"/>
          <p:cNvGrpSpPr>
            <a:grpSpLocks/>
          </p:cNvGrpSpPr>
          <p:nvPr userDrawn="1"/>
        </p:nvGrpSpPr>
        <p:grpSpPr bwMode="auto">
          <a:xfrm>
            <a:off x="273051" y="596956"/>
            <a:ext cx="9359900" cy="277812"/>
            <a:chOff x="329" y="1821"/>
            <a:chExt cx="6071" cy="0"/>
          </a:xfrm>
        </p:grpSpPr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481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4864" y="1821"/>
              <a:ext cx="1536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latinLnBrk="0"/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3" name="Text Box 38"/>
          <p:cNvSpPr txBox="1">
            <a:spLocks noChangeArrowheads="1"/>
          </p:cNvSpPr>
          <p:nvPr userDrawn="1"/>
        </p:nvSpPr>
        <p:spPr bwMode="auto">
          <a:xfrm>
            <a:off x="8463410" y="46066"/>
            <a:ext cx="1157420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3969" tIns="41985" rIns="83969" bIns="41985"/>
          <a:lstStyle>
            <a:lvl1pPr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838200" eaLnBrk="0" hangingPunct="0"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algn="ctr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latinLnBrk="0" hangingPunct="1">
              <a:spcBef>
                <a:spcPct val="50000"/>
              </a:spcBef>
            </a:pPr>
            <a:r>
              <a:rPr lang="ko-KR" altLang="en-US" dirty="0" err="1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사내한</a:t>
            </a:r>
            <a:endParaRPr lang="en-US" altLang="ko-KR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algn="ctr" eaLnBrk="1" latinLnBrk="0" hangingPunct="1">
              <a:spcBef>
                <a:spcPct val="50000"/>
              </a:spcBef>
            </a:pPr>
            <a:r>
              <a:rPr lang="en-US" altLang="ko-KR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RESTRICTED</a:t>
            </a:r>
            <a:endParaRPr lang="ko-KR" altLang="en-US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610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70" y="21305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2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latinLnBrk="0">
              <a:defRPr/>
            </a:lvl1pPr>
          </a:lstStyle>
          <a:p>
            <a:pPr>
              <a:defRPr/>
            </a:pPr>
            <a:fld id="{7A7A1BD6-8B4D-4504-B804-01C7BEC35A9A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507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latinLnBrk="0">
              <a:defRPr/>
            </a:lvl1pPr>
          </a:lstStyle>
          <a:p>
            <a:pPr>
              <a:defRPr/>
            </a:pPr>
            <a:fld id="{9B803CD8-E555-457A-874B-7008059A186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720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  <a:prstGeom prst="rect">
            <a:avLst/>
          </a:prstGeom>
        </p:spPr>
        <p:txBody>
          <a:bodyPr/>
          <a:lstStyle>
            <a:lvl1pPr algn="l">
              <a:defRPr sz="2600">
                <a:latin typeface="HDharmony M" pitchFamily="18" charset="-127"/>
                <a:ea typeface="HDharmony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7312046" y="328616"/>
            <a:ext cx="2312988" cy="363537"/>
          </a:xfrm>
          <a:prstGeom prst="rect">
            <a:avLst/>
          </a:prstGeom>
        </p:spPr>
        <p:txBody>
          <a:bodyPr/>
          <a:lstStyle>
            <a:lvl1pPr algn="r">
              <a:defRPr sz="1400" b="0">
                <a:solidFill>
                  <a:schemeClr val="tx1"/>
                </a:solidFill>
                <a:latin typeface="HDharmony M" pitchFamily="18" charset="-127"/>
                <a:ea typeface="HDharmony M" pitchFamily="18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0D03AD07-4B49-405E-BA34-5CC4980208B9}" type="slidenum">
              <a:rPr kumimoji="1" lang="ko-KR" altLang="en-US" smtClean="0">
                <a:solidFill>
                  <a:srgbClr val="000000"/>
                </a:solidFill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74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  <a:prstGeom prst="rect">
            <a:avLst/>
          </a:prstGeom>
        </p:spPr>
        <p:txBody>
          <a:bodyPr/>
          <a:lstStyle>
            <a:lvl1pPr algn="l">
              <a:defRPr sz="2600">
                <a:latin typeface="HDharmony M" pitchFamily="18" charset="-127"/>
                <a:ea typeface="HDharmony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7312046" y="328616"/>
            <a:ext cx="2312988" cy="363537"/>
          </a:xfrm>
          <a:prstGeom prst="rect">
            <a:avLst/>
          </a:prstGeom>
        </p:spPr>
        <p:txBody>
          <a:bodyPr/>
          <a:lstStyle>
            <a:lvl1pPr algn="r">
              <a:defRPr sz="1400" b="0">
                <a:solidFill>
                  <a:schemeClr val="tx1"/>
                </a:solidFill>
                <a:latin typeface="HDharmony M" pitchFamily="18" charset="-127"/>
                <a:ea typeface="HDharmony M" pitchFamily="18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0D03AD07-4B49-405E-BA34-5CC4980208B9}" type="slidenum">
              <a:rPr kumimoji="1" lang="ko-KR" altLang="en-US" smtClean="0">
                <a:solidFill>
                  <a:srgbClr val="000000"/>
                </a:solidFill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35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/>
          </p:cNvGrpSpPr>
          <p:nvPr userDrawn="1"/>
        </p:nvGrpSpPr>
        <p:grpSpPr bwMode="auto">
          <a:xfrm>
            <a:off x="273051" y="630908"/>
            <a:ext cx="9359900" cy="277812"/>
            <a:chOff x="329" y="1821"/>
            <a:chExt cx="6071" cy="0"/>
          </a:xfrm>
        </p:grpSpPr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57263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900" b="1">
                <a:solidFill>
                  <a:prstClr val="black"/>
                </a:solidFill>
              </a:endParaRPr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57263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900" b="1">
                <a:solidFill>
                  <a:prstClr val="black"/>
                </a:solidFill>
              </a:endParaRPr>
            </a:p>
          </p:txBody>
        </p:sp>
      </p:grpSp>
      <p:pic>
        <p:nvPicPr>
          <p:cNvPr id="8" name="Picture 146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23345" y="6559590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  <a:prstGeom prst="rect">
            <a:avLst/>
          </a:prstGeo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6"/>
            <a:ext cx="495300" cy="363537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13527AB9-6298-44FA-9E1C-7B66247BD5AA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492" y="6542648"/>
            <a:ext cx="1463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50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  <a:prstGeom prst="rect">
            <a:avLst/>
          </a:prstGeom>
        </p:spPr>
        <p:txBody>
          <a:bodyPr/>
          <a:lstStyle>
            <a:lvl1pPr algn="l">
              <a:defRPr sz="2600">
                <a:latin typeface="HDharmony M" pitchFamily="18" charset="-127"/>
                <a:ea typeface="HDharmony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7312046" y="328616"/>
            <a:ext cx="2312988" cy="363537"/>
          </a:xfrm>
          <a:prstGeom prst="rect">
            <a:avLst/>
          </a:prstGeom>
        </p:spPr>
        <p:txBody>
          <a:bodyPr/>
          <a:lstStyle>
            <a:lvl1pPr algn="r">
              <a:defRPr sz="1400" b="0">
                <a:solidFill>
                  <a:schemeClr val="tx1"/>
                </a:solidFill>
                <a:latin typeface="HDharmony M" pitchFamily="18" charset="-127"/>
                <a:ea typeface="HDharmony M" pitchFamily="18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0D03AD07-4B49-405E-BA34-5CC4980208B9}" type="slidenum">
              <a:rPr kumimoji="1" lang="ko-KR" altLang="en-US" smtClean="0">
                <a:solidFill>
                  <a:srgbClr val="000000"/>
                </a:solidFill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74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  <a:prstGeom prst="rect">
            <a:avLst/>
          </a:prstGeom>
        </p:spPr>
        <p:txBody>
          <a:bodyPr/>
          <a:lstStyle>
            <a:lvl1pPr algn="l">
              <a:defRPr sz="2600">
                <a:latin typeface="HDharmony M" pitchFamily="18" charset="-127"/>
                <a:ea typeface="HDharmony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7312046" y="328616"/>
            <a:ext cx="2312988" cy="363537"/>
          </a:xfrm>
          <a:prstGeom prst="rect">
            <a:avLst/>
          </a:prstGeom>
        </p:spPr>
        <p:txBody>
          <a:bodyPr/>
          <a:lstStyle>
            <a:lvl1pPr algn="r">
              <a:defRPr sz="1400" b="0">
                <a:solidFill>
                  <a:schemeClr val="tx1"/>
                </a:solidFill>
                <a:latin typeface="HDharmony M" pitchFamily="18" charset="-127"/>
                <a:ea typeface="HDharmony M" pitchFamily="18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0D03AD07-4B49-405E-BA34-5CC4980208B9}" type="slidenum">
              <a:rPr kumimoji="1" lang="ko-KR" altLang="en-US" smtClean="0">
                <a:solidFill>
                  <a:srgbClr val="000000"/>
                </a:solidFill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ko-KR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01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/>
          </p:cNvGrpSpPr>
          <p:nvPr userDrawn="1"/>
        </p:nvGrpSpPr>
        <p:grpSpPr bwMode="auto">
          <a:xfrm>
            <a:off x="273051" y="630908"/>
            <a:ext cx="9359900" cy="277812"/>
            <a:chOff x="329" y="1821"/>
            <a:chExt cx="6071" cy="0"/>
          </a:xfrm>
        </p:grpSpPr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57263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900" b="1">
                <a:solidFill>
                  <a:prstClr val="black"/>
                </a:solidFill>
              </a:endParaRPr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57263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900" b="1">
                <a:solidFill>
                  <a:prstClr val="black"/>
                </a:solidFill>
              </a:endParaRPr>
            </a:p>
          </p:txBody>
        </p:sp>
      </p:grpSp>
      <p:pic>
        <p:nvPicPr>
          <p:cNvPr id="8" name="Picture 146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23345" y="6559590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  <a:prstGeom prst="rect">
            <a:avLst/>
          </a:prstGeo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6"/>
            <a:ext cx="495300" cy="363537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13527AB9-6298-44FA-9E1C-7B66247BD5AA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492" y="6542648"/>
            <a:ext cx="1463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833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4850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70" y="2130465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2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17E6-436D-4B8E-9BDA-A6B328EAAF0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8DB5-2AE7-4BEA-8E6F-0B8EB891BA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4"/>
            <a:ext cx="8096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07455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17E6-436D-4B8E-9BDA-A6B328EAAF0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8DB5-2AE7-4BEA-8E6F-0B8EB891BA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4"/>
            <a:ext cx="8096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75" y="188640"/>
            <a:ext cx="2587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94240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58" y="440694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5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17E6-436D-4B8E-9BDA-A6B328EAAF0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8DB5-2AE7-4BEA-8E6F-0B8EB891BA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9994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6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6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17E6-436D-4B8E-9BDA-A6B328EAAF0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8DB5-2AE7-4BEA-8E6F-0B8EB891BA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14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4"/>
            <a:ext cx="8096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75" y="188640"/>
            <a:ext cx="2587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75202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2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2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17E6-436D-4B8E-9BDA-A6B328EAAF0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8DB5-2AE7-4BEA-8E6F-0B8EB891BA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14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4"/>
            <a:ext cx="8096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75" y="188640"/>
            <a:ext cx="2587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00929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17E6-436D-4B8E-9BDA-A6B328EAAF0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8DB5-2AE7-4BEA-8E6F-0B8EB891BA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14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4"/>
            <a:ext cx="8096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75" y="188640"/>
            <a:ext cx="2587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8707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17E6-436D-4B8E-9BDA-A6B328EAAF0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8DB5-2AE7-4BEA-8E6F-0B8EB891BA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14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4"/>
            <a:ext cx="8096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75" y="188640"/>
            <a:ext cx="2587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57518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7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17E6-436D-4B8E-9BDA-A6B328EAAF0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8DB5-2AE7-4BEA-8E6F-0B8EB891BA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14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4"/>
            <a:ext cx="8096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75" y="188640"/>
            <a:ext cx="2587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764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17E6-436D-4B8E-9BDA-A6B328EAAF0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8DB5-2AE7-4BEA-8E6F-0B8EB891BA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14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4"/>
            <a:ext cx="8096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75" y="188640"/>
            <a:ext cx="2587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06678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17E6-436D-4B8E-9BDA-A6B328EAAF0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8DB5-2AE7-4BEA-8E6F-0B8EB891BA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4"/>
            <a:ext cx="8096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75" y="188640"/>
            <a:ext cx="2587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86561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44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20" y="274644"/>
            <a:ext cx="65341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017E6-436D-4B8E-9BDA-A6B328EAAF0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68DB5-2AE7-4BEA-8E6F-0B8EB891BA8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4"/>
            <a:ext cx="8096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75" y="188640"/>
            <a:ext cx="2587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65298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D6FD1-2567-4518-8C4D-51DBF876E4B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96D2-466A-4FCE-A473-85E657097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1825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918" y="2689225"/>
            <a:ext cx="9362988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849" y="5899191"/>
            <a:ext cx="136705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52435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115" y="703263"/>
            <a:ext cx="9359812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172" y="6559591"/>
            <a:ext cx="80975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608" y="328616"/>
            <a:ext cx="495379" cy="363537"/>
          </a:xfrm>
        </p:spPr>
        <p:txBody>
          <a:bodyPr/>
          <a:lstStyle>
            <a:lvl1pPr defTabSz="914400" latinLnBrk="1">
              <a:defRPr kumimoji="1" sz="1400" b="1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  <a:cs typeface="Arial" charset="0"/>
              </a:defRPr>
            </a:lvl1pPr>
          </a:lstStyle>
          <a:p>
            <a:pPr>
              <a:defRPr/>
            </a:pPr>
            <a:fld id="{416D6466-4FCF-4BAA-8DF4-F3763B92723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6279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895" y="2689225"/>
            <a:ext cx="9363075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5899190"/>
            <a:ext cx="136683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19228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0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6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9033B972-DA29-4441-893C-A0F1031AA125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9787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895" y="2689225"/>
            <a:ext cx="9363075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5899190"/>
            <a:ext cx="136683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8600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5" y="6559590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6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9033B972-DA29-4441-893C-A0F1031AA125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8807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918" y="2689225"/>
            <a:ext cx="9362988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849" y="5899185"/>
            <a:ext cx="136705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81570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112" y="703263"/>
            <a:ext cx="9359812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169" y="6559585"/>
            <a:ext cx="80975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605" y="328616"/>
            <a:ext cx="495379" cy="363537"/>
          </a:xfrm>
        </p:spPr>
        <p:txBody>
          <a:bodyPr/>
          <a:lstStyle>
            <a:lvl1pPr defTabSz="914400" latinLnBrk="1">
              <a:defRPr kumimoji="1" sz="1400" b="1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999E0DCB-4409-4950-BCF6-67C89B54B23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4461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4075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892" y="2689225"/>
            <a:ext cx="9363075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5899184"/>
            <a:ext cx="136683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92893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2" y="6559584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6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A22F2FB4-FE5A-4505-A3F8-9D8FEAE2BFFA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9195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3104" y="2130767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054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 latinLnBrk="0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3919D6D-98C4-414D-974F-4007EC762AA2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19818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 latinLnBrk="0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F86F322-1701-41A9-AC73-351BAEF3F4F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15905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248" y="703263"/>
            <a:ext cx="9359812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400" b="1">
                <a:solidFill>
                  <a:prstClr val="black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C4E10CEF-DCBD-449B-B585-C1D89B4FCB9D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39839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918" y="2689225"/>
            <a:ext cx="9362988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5726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900" b="1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defTabSz="95726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900" b="1" dirty="0">
                <a:solidFill>
                  <a:prstClr val="black"/>
                </a:solidFill>
                <a:latin typeface="굴림" charset="-127"/>
                <a:ea typeface="굴림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860" y="5899477"/>
            <a:ext cx="136705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4814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892" y="2689225"/>
            <a:ext cx="9363075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5899184"/>
            <a:ext cx="136683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36691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2" y="6559584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6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fld id="{3A34E1F2-CDC7-4777-A5B8-DA828308A415}" type="slidenum">
              <a:rPr lang="ko-KR" altLang="en-US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6778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17475" y="1196975"/>
            <a:ext cx="9710738" cy="528637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fontAlgn="base" latinLnBrk="0">
              <a:spcBef>
                <a:spcPct val="50000"/>
              </a:spcBef>
              <a:spcAft>
                <a:spcPct val="0"/>
              </a:spcAft>
              <a:defRPr/>
            </a:pPr>
            <a:endParaRPr kumimoji="0" lang="ko-KR" altLang="ko-KR" dirty="0">
              <a:solidFill>
                <a:srgbClr val="000000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-6350" y="6353175"/>
            <a:ext cx="9912350" cy="0"/>
          </a:xfrm>
          <a:prstGeom prst="line">
            <a:avLst/>
          </a:prstGeom>
          <a:noFill/>
          <a:ln w="19050">
            <a:solidFill>
              <a:srgbClr val="4D4D4D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425467" y="6438900"/>
            <a:ext cx="5541963" cy="476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de-DE" altLang="ko-KR" sz="1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Division: Automotive I Business Unit: PRETTL </a:t>
            </a:r>
            <a:r>
              <a:rPr kumimoji="0" lang="en-US" altLang="ko-KR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KOREA</a:t>
            </a:r>
            <a:endParaRPr kumimoji="0" lang="ko-KR" altLang="de-DE" sz="1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1"/>
          <p:cNvSpPr>
            <a:spLocks noChangeArrowheads="1"/>
          </p:cNvSpPr>
          <p:nvPr userDrawn="1"/>
        </p:nvSpPr>
        <p:spPr bwMode="auto">
          <a:xfrm>
            <a:off x="5967430" y="6438900"/>
            <a:ext cx="4524375" cy="311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ctr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l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ko-KR" sz="8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rights with PRETTL, also for the case of patent right on  messages.</a:t>
            </a:r>
          </a:p>
          <a:p>
            <a:pPr algn="l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ko-KR" sz="800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power of disposition, like copying and passing on rights, with PRETTL. </a:t>
            </a:r>
            <a:endParaRPr kumimoji="0" lang="de-DE" altLang="ko-KR" sz="800">
              <a:solidFill>
                <a:srgbClr val="808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18" descr="prettl_automotive_rgb_300dpi_0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825" y="23814"/>
            <a:ext cx="188753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67" y="2130459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17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D819FB-4A1C-4A85-B985-56D41B31C4B1}" type="slidenum">
              <a:rPr lang="en-US" altLang="ko-KR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0009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4C0F6F-91C5-435B-93AA-6C6878517870}" type="slidenum">
              <a:rPr lang="en-US" altLang="ko-KR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0620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55" y="4406934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55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EB0040-71B2-47F2-B778-C65E227DE3C9}" type="slidenum">
              <a:rPr lang="en-US" altLang="ko-KR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6949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4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4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65D04E-BFA9-46E5-AB74-F08806C7F3F3}" type="slidenum">
              <a:rPr lang="en-US" altLang="ko-KR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5117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17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17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D42151-5C6B-48BC-B21D-C37BD638B7FE}" type="slidenum">
              <a:rPr lang="en-US" altLang="ko-KR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8294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1FD3FF-326C-46A0-8603-8B476C89BB90}" type="slidenum">
              <a:rPr lang="en-US" altLang="ko-KR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9249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7B46B-CC01-415C-84AF-78FD461D4A14}" type="slidenum">
              <a:rPr lang="en-US" altLang="ko-KR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940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9EC9F6-5B6D-4B1E-AA62-684AAAA5403F}" type="slidenum">
              <a:rPr lang="en-US" altLang="ko-KR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0950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CF598-AE84-4379-84AC-621098CE8636}" type="slidenum">
              <a:rPr lang="en-US" altLang="ko-KR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71216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F8241F-36AD-4FD3-9C5D-06A96D3D4160}" type="slidenum">
              <a:rPr lang="en-US" altLang="ko-KR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6141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17" y="274639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0C9CB2-06C0-4FC0-B7F3-69C5B7514A98}" type="slidenum">
              <a:rPr lang="en-US" altLang="ko-KR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10362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892" y="2689225"/>
            <a:ext cx="9363075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5899184"/>
            <a:ext cx="136683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82521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2" y="6559584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6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9033B972-DA29-4441-893C-A0F1031AA125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7223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892" y="2689225"/>
            <a:ext cx="9363075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113" y="5899184"/>
            <a:ext cx="136683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271020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Gulim" pitchFamily="34" charset="-127"/>
                <a:ea typeface="Gulim" pitchFamily="34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2" y="6559584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6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9033B972-DA29-4441-893C-A0F1031AA125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0038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892" y="2689225"/>
            <a:ext cx="9363075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Arial" pitchFamily="34" charset="0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Arial" pitchFamily="34" charset="0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66113" y="5899186"/>
            <a:ext cx="136683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53330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 userDrawn="1"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3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Arial" pitchFamily="34" charset="0"/>
              </a:endParaRPr>
            </a:p>
          </p:txBody>
        </p:sp>
        <p:sp>
          <p:nvSpPr>
            <p:cNvPr id="4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  <a:cs typeface="Arial" pitchFamily="34" charset="0"/>
              </a:endParaRPr>
            </a:p>
          </p:txBody>
        </p:sp>
      </p:grpSp>
      <p:pic>
        <p:nvPicPr>
          <p:cNvPr id="5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23342" y="6559586"/>
            <a:ext cx="809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6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  <a:cs typeface="Arial" charset="0"/>
              </a:defRPr>
            </a:lvl1pPr>
          </a:lstStyle>
          <a:p>
            <a:pPr>
              <a:defRPr/>
            </a:pPr>
            <a:fld id="{72463924-8B5C-45E1-9777-8D4C933EDFC5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3786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716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918" y="2689225"/>
            <a:ext cx="9362988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849" y="5899169"/>
            <a:ext cx="136705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47894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104" y="703263"/>
            <a:ext cx="9359812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161" y="6559569"/>
            <a:ext cx="80975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597" y="328616"/>
            <a:ext cx="495379" cy="363537"/>
          </a:xfrm>
        </p:spPr>
        <p:txBody>
          <a:bodyPr/>
          <a:lstStyle>
            <a:lvl1pPr defTabSz="914400" latinLnBrk="1">
              <a:defRPr kumimoji="1" sz="1400" b="1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fld id="{1F42F4CD-CC0F-4DF3-9EF1-36C3543F668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70647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918" y="2689225"/>
            <a:ext cx="9362988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849" y="5899151"/>
            <a:ext cx="136705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36196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095" y="703263"/>
            <a:ext cx="9359812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34" charset="-127"/>
                <a:ea typeface="굴림" pitchFamily="34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152" y="6559551"/>
            <a:ext cx="80975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588" y="328614"/>
            <a:ext cx="495379" cy="363537"/>
          </a:xfrm>
        </p:spPr>
        <p:txBody>
          <a:bodyPr/>
          <a:lstStyle>
            <a:lvl1pPr defTabSz="914400" latinLnBrk="1">
              <a:defRPr kumimoji="1" sz="1400" b="1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fld id="{1F42F4CD-CC0F-4DF3-9EF1-36C3543F668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05309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3074" y="2130434"/>
            <a:ext cx="8419862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6143" y="3886200"/>
            <a:ext cx="69337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0973294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84" y="274638"/>
            <a:ext cx="8915241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84" y="1600206"/>
            <a:ext cx="89152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1411132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763" y="4406909"/>
            <a:ext cx="841986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763" y="2906713"/>
            <a:ext cx="84198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9089351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84" y="274638"/>
            <a:ext cx="8915241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84" y="1600206"/>
            <a:ext cx="438061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8419" y="1600206"/>
            <a:ext cx="438220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663422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84" y="274638"/>
            <a:ext cx="89152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84" y="1535113"/>
            <a:ext cx="4377439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84" y="2174875"/>
            <a:ext cx="4377439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1598" y="1535113"/>
            <a:ext cx="437902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1598" y="2174875"/>
            <a:ext cx="437902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985386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84" y="274638"/>
            <a:ext cx="8915241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0591556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89417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79" y="273050"/>
            <a:ext cx="3259660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538" y="273059"/>
            <a:ext cx="553808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79" y="1435103"/>
            <a:ext cx="3259660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404951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824" y="4800600"/>
            <a:ext cx="5942964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824" y="612775"/>
            <a:ext cx="5942964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824" y="5367338"/>
            <a:ext cx="5942964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8314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84" y="274638"/>
            <a:ext cx="8915241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84" y="1600206"/>
            <a:ext cx="89152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5255091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3001" y="274647"/>
            <a:ext cx="222762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79" y="274647"/>
            <a:ext cx="6535197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475457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86338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 userDrawn="1"/>
        </p:nvGrpSpPr>
        <p:grpSpPr bwMode="auto">
          <a:xfrm>
            <a:off x="269918" y="2689225"/>
            <a:ext cx="9362988" cy="230188"/>
            <a:chOff x="329" y="1821"/>
            <a:chExt cx="6071" cy="0"/>
          </a:xfrm>
        </p:grpSpPr>
        <p:sp>
          <p:nvSpPr>
            <p:cNvPr id="3" name="Line 7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4926" y="1821"/>
              <a:ext cx="147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pic>
        <p:nvPicPr>
          <p:cNvPr id="5" name="Picture 46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849" y="5899185"/>
            <a:ext cx="136705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201365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273112" y="703263"/>
            <a:ext cx="9359812" cy="277812"/>
            <a:chOff x="329" y="1821"/>
            <a:chExt cx="6071" cy="0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pic>
        <p:nvPicPr>
          <p:cNvPr id="7" name="Picture 14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169" y="6559585"/>
            <a:ext cx="80975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605" y="328616"/>
            <a:ext cx="495379" cy="363537"/>
          </a:xfrm>
        </p:spPr>
        <p:txBody>
          <a:bodyPr/>
          <a:lstStyle>
            <a:lvl1pPr defTabSz="914400" latinLnBrk="1">
              <a:defRPr kumimoji="1" sz="1400" b="1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999E0DCB-4409-4950-BCF6-67C89B54B23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58503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ctrTitle"/>
          </p:nvPr>
        </p:nvSpPr>
        <p:spPr>
          <a:xfrm>
            <a:off x="454918" y="116632"/>
            <a:ext cx="6730330" cy="506486"/>
          </a:xfrm>
        </p:spPr>
        <p:txBody>
          <a:bodyPr/>
          <a:lstStyle>
            <a:lvl1pPr algn="l">
              <a:defRPr sz="2600"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부제목 2"/>
          <p:cNvSpPr>
            <a:spLocks noGrp="1"/>
          </p:cNvSpPr>
          <p:nvPr>
            <p:ph type="subTitle" idx="1"/>
          </p:nvPr>
        </p:nvSpPr>
        <p:spPr>
          <a:xfrm>
            <a:off x="590550" y="980728"/>
            <a:ext cx="3146274" cy="360040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>
                    <a:tint val="75000"/>
                  </a:schemeClr>
                </a:solidFill>
                <a:latin typeface="현대하모니 M" pitchFamily="18" charset="-127"/>
                <a:ea typeface="현대하모니 M" pitchFamily="18" charset="-127"/>
              </a:defRPr>
            </a:lvl1pPr>
            <a:lvl2pPr marL="47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9129713" y="328614"/>
            <a:ext cx="495300" cy="36353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defRPr>
            </a:lvl1pPr>
          </a:lstStyle>
          <a:p>
            <a:pPr>
              <a:defRPr/>
            </a:pPr>
            <a:fld id="{87D912EC-3E81-422F-B0AD-B990EBE241FB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394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39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5" Type="http://schemas.openxmlformats.org/officeDocument/2006/relationships/theme" Target="../theme/theme14.xml"/><Relationship Id="rId4" Type="http://schemas.openxmlformats.org/officeDocument/2006/relationships/slideLayout" Target="../slideLayouts/slideLayout45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4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theme" Target="../theme/theme20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theme" Target="../theme/theme21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81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theme" Target="../theme/theme24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1429092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6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270934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50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굴림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Dharmony M" pitchFamily="18" charset="-127"/>
          <a:ea typeface="현대하모니 M" pitchFamily="18" charset="-127"/>
          <a:cs typeface="굴림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Dharmony M" pitchFamily="18" charset="-127"/>
          <a:ea typeface="현대하모니 M" pitchFamily="18" charset="-127"/>
          <a:cs typeface="굴림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Dharmony M" pitchFamily="18" charset="-127"/>
          <a:ea typeface="현대하모니 M" pitchFamily="18" charset="-127"/>
          <a:cs typeface="굴림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Dharmony M" pitchFamily="18" charset="-127"/>
          <a:ea typeface="현대하모니 M" pitchFamily="18" charset="-127"/>
          <a:cs typeface="굴림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굴림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굴림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굴림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굴림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굴림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9"/>
          <p:cNvGrpSpPr>
            <a:grpSpLocks/>
          </p:cNvGrpSpPr>
          <p:nvPr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75779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75780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5124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1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5125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1" y="1600206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29713" y="328616"/>
            <a:ext cx="495300" cy="363537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 latinLnBrk="1">
              <a:defRPr kumimoji="0" sz="140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749D91D-3364-4646-A625-A62B4E9F43F8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357265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>
          <a:solidFill>
            <a:schemeClr val="tx1"/>
          </a:solidFill>
          <a:latin typeface="+mn-lt"/>
          <a:ea typeface="+mn-ea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>
          <a:solidFill>
            <a:schemeClr val="tx1"/>
          </a:solidFill>
          <a:latin typeface="+mn-lt"/>
          <a:ea typeface="+mn-ea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>
          <a:solidFill>
            <a:schemeClr val="tx1"/>
          </a:solidFill>
          <a:latin typeface="+mn-lt"/>
          <a:ea typeface="+mn-ea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>
          <a:solidFill>
            <a:schemeClr val="tx1"/>
          </a:solidFill>
          <a:latin typeface="+mn-lt"/>
          <a:ea typeface="+mn-ea"/>
        </a:defRPr>
      </a:lvl5pPr>
      <a:lvl6pPr marL="26114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>
          <a:solidFill>
            <a:schemeClr val="tx1"/>
          </a:solidFill>
          <a:latin typeface="+mn-lt"/>
          <a:ea typeface="+mn-ea"/>
        </a:defRPr>
      </a:lvl6pPr>
      <a:lvl7pPr marL="30686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>
          <a:solidFill>
            <a:schemeClr val="tx1"/>
          </a:solidFill>
          <a:latin typeface="+mn-lt"/>
          <a:ea typeface="+mn-ea"/>
        </a:defRPr>
      </a:lvl7pPr>
      <a:lvl8pPr marL="35258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>
          <a:solidFill>
            <a:schemeClr val="tx1"/>
          </a:solidFill>
          <a:latin typeface="+mn-lt"/>
          <a:ea typeface="+mn-ea"/>
        </a:defRPr>
      </a:lvl8pPr>
      <a:lvl9pPr marL="39830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0"/>
          <p:cNvSpPr>
            <a:spLocks noChangeShapeType="1"/>
          </p:cNvSpPr>
          <p:nvPr/>
        </p:nvSpPr>
        <p:spPr bwMode="auto">
          <a:xfrm>
            <a:off x="273050" y="642938"/>
            <a:ext cx="6991350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1027" name="Line 11"/>
          <p:cNvSpPr>
            <a:spLocks noChangeShapeType="1"/>
          </p:cNvSpPr>
          <p:nvPr/>
        </p:nvSpPr>
        <p:spPr bwMode="auto">
          <a:xfrm>
            <a:off x="7361242" y="642938"/>
            <a:ext cx="2273300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4" name="Text Box 38"/>
          <p:cNvSpPr txBox="1">
            <a:spLocks noChangeArrowheads="1"/>
          </p:cNvSpPr>
          <p:nvPr userDrawn="1"/>
        </p:nvSpPr>
        <p:spPr bwMode="auto">
          <a:xfrm>
            <a:off x="8553420" y="116640"/>
            <a:ext cx="1068388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3969" tIns="41985" rIns="83969" bIns="41985"/>
          <a:lstStyle>
            <a:lvl1pPr defTabSz="838200" eaLnBrk="0" hangingPunct="0"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838200" eaLnBrk="0" hangingPunct="0"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838200" eaLnBrk="0" hangingPunct="0"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838200" eaLnBrk="0" hangingPunct="0"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838200" eaLnBrk="0" hangingPunct="0"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b="0" dirty="0" err="1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사내한</a:t>
            </a:r>
            <a:endParaRPr lang="en-US" altLang="ko-KR" sz="1200" b="0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0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RESTRICTED</a:t>
            </a:r>
            <a:endParaRPr lang="ko-KR" altLang="en-US" sz="1200" b="0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2307112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0"/>
          <p:cNvSpPr>
            <a:spLocks noChangeShapeType="1"/>
          </p:cNvSpPr>
          <p:nvPr/>
        </p:nvSpPr>
        <p:spPr bwMode="auto">
          <a:xfrm>
            <a:off x="273050" y="642938"/>
            <a:ext cx="6991350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1027" name="Line 11"/>
          <p:cNvSpPr>
            <a:spLocks noChangeShapeType="1"/>
          </p:cNvSpPr>
          <p:nvPr/>
        </p:nvSpPr>
        <p:spPr bwMode="auto">
          <a:xfrm>
            <a:off x="7361242" y="642938"/>
            <a:ext cx="2273300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srgbClr val="000000"/>
              </a:solidFill>
            </a:endParaRPr>
          </a:p>
        </p:txBody>
      </p:sp>
      <p:sp>
        <p:nvSpPr>
          <p:cNvPr id="4" name="Text Box 38"/>
          <p:cNvSpPr txBox="1">
            <a:spLocks noChangeArrowheads="1"/>
          </p:cNvSpPr>
          <p:nvPr userDrawn="1"/>
        </p:nvSpPr>
        <p:spPr bwMode="auto">
          <a:xfrm>
            <a:off x="8553420" y="116640"/>
            <a:ext cx="1068388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3969" tIns="41985" rIns="83969" bIns="41985"/>
          <a:lstStyle>
            <a:lvl1pPr defTabSz="838200" eaLnBrk="0" hangingPunct="0"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838200" eaLnBrk="0" hangingPunct="0"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838200" eaLnBrk="0" hangingPunct="0"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838200" eaLnBrk="0" hangingPunct="0"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838200" eaLnBrk="0" hangingPunct="0"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b="0" dirty="0" err="1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사내한</a:t>
            </a:r>
            <a:endParaRPr lang="en-US" altLang="ko-KR" sz="1200" b="0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0" dirty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</a:rPr>
              <a:t>RESTRICTED</a:t>
            </a:r>
            <a:endParaRPr lang="ko-KR" altLang="en-US" sz="1200" b="0" dirty="0">
              <a:solidFill>
                <a:srgbClr val="FF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16289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9"/>
          <p:cNvGrpSpPr>
            <a:grpSpLocks/>
          </p:cNvGrpSpPr>
          <p:nvPr/>
        </p:nvGrpSpPr>
        <p:grpSpPr bwMode="auto">
          <a:xfrm>
            <a:off x="273115" y="630238"/>
            <a:ext cx="9359812" cy="277812"/>
            <a:chOff x="329" y="1821"/>
            <a:chExt cx="6071" cy="0"/>
          </a:xfrm>
        </p:grpSpPr>
        <p:sp>
          <p:nvSpPr>
            <p:cNvPr id="2053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srgbClr val="000000"/>
                </a:solidFill>
              </a:endParaRPr>
            </a:p>
          </p:txBody>
        </p:sp>
        <p:sp>
          <p:nvSpPr>
            <p:cNvPr id="2054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>
                <a:solidFill>
                  <a:srgbClr val="000000"/>
                </a:solidFill>
              </a:endParaRPr>
            </a:p>
          </p:txBody>
        </p:sp>
      </p:grpSp>
      <p:sp>
        <p:nvSpPr>
          <p:cNvPr id="5" name="Text Box 38"/>
          <p:cNvSpPr txBox="1">
            <a:spLocks noChangeArrowheads="1"/>
          </p:cNvSpPr>
          <p:nvPr userDrawn="1"/>
        </p:nvSpPr>
        <p:spPr bwMode="auto">
          <a:xfrm>
            <a:off x="8521499" y="42863"/>
            <a:ext cx="1068558" cy="5270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3969" tIns="41985" rIns="83969" bIns="41985" anchor="ctr"/>
          <a:lstStyle>
            <a:lvl1pPr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lnSpc>
                <a:spcPct val="130000"/>
              </a:lnSpc>
              <a:defRPr/>
            </a:pPr>
            <a:r>
              <a:rPr lang="ko-KR" altLang="en-US" sz="1200" b="0" dirty="0" err="1">
                <a:solidFill>
                  <a:srgbClr val="FF0000"/>
                </a:solidFill>
                <a:latin typeface="Modern H Medium" pitchFamily="50" charset="-127"/>
                <a:ea typeface="Modern H Medium" pitchFamily="50" charset="-127"/>
              </a:rPr>
              <a:t>사내한</a:t>
            </a:r>
            <a:endParaRPr lang="en-US" altLang="ko-KR" sz="1200" b="0" dirty="0">
              <a:solidFill>
                <a:srgbClr val="FF0000"/>
              </a:solidFill>
              <a:latin typeface="Modern H Medium" pitchFamily="50" charset="-127"/>
              <a:ea typeface="Modern H Medium" pitchFamily="50" charset="-127"/>
            </a:endParaRPr>
          </a:p>
          <a:p>
            <a:pPr algn="ctr" eaLnBrk="1" latinLnBrk="0" hangingPunct="1">
              <a:lnSpc>
                <a:spcPct val="130000"/>
              </a:lnSpc>
              <a:defRPr/>
            </a:pPr>
            <a:r>
              <a:rPr lang="en-US" altLang="ko-KR" sz="1200" b="0" dirty="0">
                <a:solidFill>
                  <a:srgbClr val="FF0000"/>
                </a:solidFill>
                <a:latin typeface="Modern H Medium" pitchFamily="50" charset="-127"/>
                <a:ea typeface="Modern H Medium" pitchFamily="50" charset="-127"/>
              </a:rPr>
              <a:t>RESTRICTED</a:t>
            </a:r>
            <a:endParaRPr lang="ko-KR" altLang="en-US" sz="1200" b="0" dirty="0">
              <a:solidFill>
                <a:srgbClr val="FF0000"/>
              </a:solidFill>
              <a:latin typeface="Modern H Medium" pitchFamily="50" charset="-127"/>
              <a:ea typeface="Modern H Medium" pitchFamily="50" charset="-127"/>
            </a:endParaRPr>
          </a:p>
        </p:txBody>
      </p:sp>
      <p:pic>
        <p:nvPicPr>
          <p:cNvPr id="2052" name="Picture 146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172" y="6559591"/>
            <a:ext cx="80975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167969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600206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1" y="635639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</a:pPr>
            <a:fld id="{570017E6-436D-4B8E-9BDA-A6B328EAAF00}" type="datetimeFigureOut">
              <a:rPr kumimoji="1" lang="en-US" smtClean="0">
                <a:solidFill>
                  <a:prstClr val="black">
                    <a:tint val="75000"/>
                  </a:prstClr>
                </a:solidFill>
                <a:latin typeface="굴림" pitchFamily="50" charset="-127"/>
                <a:ea typeface="굴림" pitchFamily="50" charset="-127"/>
                <a:cs typeface="Arial" charset="0"/>
              </a:rPr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t>4/10/2026</a:t>
            </a:fld>
            <a:endParaRPr kumimoji="1" lang="en-US" dirty="0">
              <a:solidFill>
                <a:prstClr val="black">
                  <a:tint val="75000"/>
                </a:prstClr>
              </a:solidFill>
              <a:latin typeface="굴림" pitchFamily="50" charset="-127"/>
              <a:ea typeface="굴림" pitchFamily="50" charset="-127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70" y="635639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dirty="0">
              <a:solidFill>
                <a:prstClr val="black">
                  <a:tint val="75000"/>
                </a:prstClr>
              </a:solidFill>
              <a:latin typeface="굴림" pitchFamily="50" charset="-127"/>
              <a:ea typeface="굴림" pitchFamily="50" charset="-127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1" y="635639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</a:pPr>
            <a:fld id="{61668DB5-2AE7-4BEA-8E6F-0B8EB891BA86}" type="slidenum">
              <a:rPr kumimoji="1" lang="en-US" smtClean="0">
                <a:solidFill>
                  <a:prstClr val="black">
                    <a:tint val="75000"/>
                  </a:prstClr>
                </a:solidFill>
                <a:latin typeface="굴림" pitchFamily="50" charset="-127"/>
                <a:ea typeface="굴림" pitchFamily="50" charset="-127"/>
                <a:cs typeface="Arial" charset="0"/>
              </a:rPr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dirty="0">
              <a:solidFill>
                <a:prstClr val="black">
                  <a:tint val="75000"/>
                </a:prstClr>
              </a:solidFill>
              <a:latin typeface="굴림" pitchFamily="50" charset="-127"/>
              <a:ea typeface="굴림" pitchFamily="50" charset="-127"/>
              <a:cs typeface="Arial" charset="0"/>
            </a:endParaRPr>
          </a:p>
        </p:txBody>
      </p:sp>
      <p:sp>
        <p:nvSpPr>
          <p:cNvPr id="7" name="TextBox 6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215093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400" y="274638"/>
            <a:ext cx="89152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400" y="1600206"/>
            <a:ext cx="89152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80" y="6356391"/>
            <a:ext cx="231177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defTabSz="957263" latinLnBrk="0">
              <a:defRPr kumimoji="0" sz="1300">
                <a:solidFill>
                  <a:srgbClr val="898989"/>
                </a:solidFill>
                <a:latin typeface="맑은 고딕" pitchFamily="34" charset="-127"/>
                <a:ea typeface="맑은 고딕" pitchFamily="34" charset="-127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185782-5654-4836-9DEF-AD928DAD5390}" type="datetimeFigureOut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5113" y="6356391"/>
            <a:ext cx="3135815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 defTabSz="957263" latinLnBrk="0">
              <a:defRPr kumimoji="0" sz="1300">
                <a:solidFill>
                  <a:srgbClr val="898989"/>
                </a:solidFill>
                <a:latin typeface="맑은 고딕" pitchFamily="34" charset="-127"/>
                <a:ea typeface="맑은 고딕" pitchFamily="34" charset="-127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8850" y="6356391"/>
            <a:ext cx="231177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 defTabSz="957263" latinLnBrk="0">
              <a:defRPr kumimoji="0" sz="1300">
                <a:solidFill>
                  <a:srgbClr val="898989"/>
                </a:solidFill>
                <a:latin typeface="맑은 고딕" pitchFamily="34" charset="-127"/>
                <a:ea typeface="맑은 고딕" pitchFamily="34" charset="-127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E5A4CD-2FFA-406A-94ED-C9A446BFD413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128145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맑은 고딕" pitchFamily="34" charset="-127"/>
          <a:ea typeface="맑은 고딕" pitchFamily="34" charset="-127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34" charset="-127"/>
          <a:ea typeface="맑은 고딕" pitchFamily="34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34" charset="-127"/>
          <a:ea typeface="맑은 고딕" pitchFamily="34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34" charset="-127"/>
          <a:ea typeface="맑은 고딕" pitchFamily="34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34" charset="-127"/>
          <a:ea typeface="맑은 고딕" pitchFamily="34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맑은 고딕" pitchFamily="34" charset="-127"/>
          <a:ea typeface="맑은 고딕" pitchFamily="34" charset="-127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맑은 고딕" pitchFamily="34" charset="-127"/>
          <a:ea typeface="맑은 고딕" pitchFamily="34" charset="-127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맑은 고딕" pitchFamily="34" charset="-127"/>
          <a:ea typeface="맑은 고딕" pitchFamily="34" charset="-127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맑은 고딕" pitchFamily="34" charset="-127"/>
          <a:ea typeface="맑은 고딕" pitchFamily="34" charset="-127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맑은 고딕" pitchFamily="34" charset="-127"/>
          <a:ea typeface="맑은 고딕" pitchFamily="34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1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1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1" y="6356390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78561E6-344D-4E5D-B213-5D1F2B19D953}" type="datetime1">
              <a:rPr lang="ko-KR" altLang="en-US"/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70" y="6356390"/>
            <a:ext cx="31369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1" y="6356390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28A903C-B130-4030-A08E-D703B7C21FE3}" type="slidenum">
              <a:rPr lang="ko-KR" altLang="en-US"/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358711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1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1" y="1600206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1" y="6356390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78561E6-344D-4E5D-B213-5D1F2B19D953}" type="datetime1">
              <a:rPr lang="ko-KR" altLang="en-US"/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70" y="6356390"/>
            <a:ext cx="31369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1" y="6356390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28A903C-B130-4030-A08E-D703B7C21FE3}" type="slidenum">
              <a:rPr lang="ko-KR" altLang="en-US"/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1488923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97" y="274638"/>
            <a:ext cx="89152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97" y="1600204"/>
            <a:ext cx="89152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80" y="6356385"/>
            <a:ext cx="231177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B2D3EE-63EA-46C7-9BCF-36A826235140}" type="datetimeFigureOut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5110" y="6356385"/>
            <a:ext cx="3135815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8850" y="6356385"/>
            <a:ext cx="231177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59A9F8-4BC2-4E56-9C2C-367A159BA51F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274551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9"/>
          <p:cNvGrpSpPr>
            <a:grpSpLocks/>
          </p:cNvGrpSpPr>
          <p:nvPr/>
        </p:nvGrpSpPr>
        <p:grpSpPr bwMode="auto">
          <a:xfrm>
            <a:off x="273051" y="630238"/>
            <a:ext cx="9359900" cy="277812"/>
            <a:chOff x="329" y="1821"/>
            <a:chExt cx="6071" cy="0"/>
          </a:xfrm>
        </p:grpSpPr>
        <p:sp>
          <p:nvSpPr>
            <p:cNvPr id="1027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  <p:sp>
          <p:nvSpPr>
            <p:cNvPr id="1028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5" name="Text Box 38"/>
          <p:cNvSpPr txBox="1">
            <a:spLocks noChangeArrowheads="1"/>
          </p:cNvSpPr>
          <p:nvPr userDrawn="1"/>
        </p:nvSpPr>
        <p:spPr bwMode="auto">
          <a:xfrm>
            <a:off x="8521138" y="43311"/>
            <a:ext cx="1068388" cy="52714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3969" tIns="41985" rIns="83969" bIns="41985" anchor="ctr" anchorCtr="0"/>
          <a:lstStyle>
            <a:lvl1pPr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838200" eaLnBrk="0" hangingPunct="0"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838200" eaLnBrk="0" fontAlgn="base" hangingPunct="0">
              <a:spcBef>
                <a:spcPct val="0"/>
              </a:spcBef>
              <a:spcAft>
                <a:spcPct val="0"/>
              </a:spcAft>
              <a:defRPr kumimoji="1" sz="19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lnSpc>
                <a:spcPct val="130000"/>
              </a:lnSpc>
            </a:pPr>
            <a:r>
              <a:rPr lang="ko-KR" altLang="en-US" sz="1200" b="0" dirty="0" err="1">
                <a:solidFill>
                  <a:srgbClr val="FF0000"/>
                </a:solidFill>
                <a:latin typeface="Modern H Medium" pitchFamily="50" charset="-127"/>
                <a:ea typeface="Modern H Medium" pitchFamily="50" charset="-127"/>
              </a:rPr>
              <a:t>사내한</a:t>
            </a:r>
            <a:endParaRPr lang="en-US" altLang="ko-KR" sz="1200" b="0" dirty="0">
              <a:solidFill>
                <a:srgbClr val="FF0000"/>
              </a:solidFill>
              <a:latin typeface="Modern H Medium" pitchFamily="50" charset="-127"/>
              <a:ea typeface="Modern H Medium" pitchFamily="50" charset="-127"/>
            </a:endParaRPr>
          </a:p>
          <a:p>
            <a:pPr algn="ctr" eaLnBrk="1" latinLnBrk="0" hangingPunct="1">
              <a:lnSpc>
                <a:spcPct val="130000"/>
              </a:lnSpc>
            </a:pPr>
            <a:r>
              <a:rPr lang="en-US" altLang="ko-KR" sz="1200" b="0" dirty="0">
                <a:solidFill>
                  <a:srgbClr val="FF0000"/>
                </a:solidFill>
                <a:latin typeface="Modern H Medium" pitchFamily="50" charset="-127"/>
                <a:ea typeface="Modern H Medium" pitchFamily="50" charset="-127"/>
              </a:rPr>
              <a:t>RESTRICTED</a:t>
            </a:r>
            <a:endParaRPr lang="ko-KR" altLang="en-US" sz="1200" b="0" dirty="0">
              <a:solidFill>
                <a:srgbClr val="FF0000"/>
              </a:solidFill>
              <a:latin typeface="Modern H Medium" pitchFamily="50" charset="-127"/>
              <a:ea typeface="Modern H Medium" pitchFamily="50" charset="-127"/>
            </a:endParaRPr>
          </a:p>
        </p:txBody>
      </p:sp>
      <p:pic>
        <p:nvPicPr>
          <p:cNvPr id="6" name="Picture 146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342" y="6559588"/>
            <a:ext cx="8096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180147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1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1" y="1600204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299" y="6356384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latinLnBrk="1">
              <a:defRPr kumimoji="0" sz="1300">
                <a:solidFill>
                  <a:srgbClr val="898989"/>
                </a:solidFill>
                <a:latin typeface="맑은 고딕" pitchFamily="34" charset="-127"/>
                <a:ea typeface="맑은 고딕" pitchFamily="34" charset="-127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7AF656-6325-4134-9E91-05C7C0B5EF6C}" type="datetimeFigureOut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67" y="6356384"/>
            <a:ext cx="31369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 latinLnBrk="1">
              <a:defRPr kumimoji="0" sz="1300">
                <a:solidFill>
                  <a:srgbClr val="898989"/>
                </a:solidFill>
                <a:latin typeface="맑은 고딕" pitchFamily="34" charset="-127"/>
                <a:ea typeface="맑은 고딕" pitchFamily="34" charset="-127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1" y="6356384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 latinLnBrk="1">
              <a:defRPr kumimoji="0" sz="1300">
                <a:solidFill>
                  <a:srgbClr val="898989"/>
                </a:solidFill>
                <a:latin typeface="맑은 고딕" pitchFamily="34" charset="-127"/>
                <a:ea typeface="맑은 고딕" pitchFamily="34" charset="-127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0EB2016-D6A1-42B7-B435-7D78E15FD542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370660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9"/>
          <p:cNvGrpSpPr>
            <a:grpSpLocks/>
          </p:cNvGrpSpPr>
          <p:nvPr/>
        </p:nvGrpSpPr>
        <p:grpSpPr bwMode="auto">
          <a:xfrm>
            <a:off x="273248" y="703263"/>
            <a:ext cx="9359812" cy="277812"/>
            <a:chOff x="329" y="1821"/>
            <a:chExt cx="6071" cy="0"/>
          </a:xfrm>
        </p:grpSpPr>
        <p:sp>
          <p:nvSpPr>
            <p:cNvPr id="75779" name="Line 10"/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  <p:sp>
          <p:nvSpPr>
            <p:cNvPr id="75780" name="Line 11"/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sz="1200" dirty="0">
                <a:solidFill>
                  <a:srgbClr val="000000"/>
                </a:solidFill>
                <a:latin typeface="굴림" charset="-127"/>
                <a:ea typeface="굴림" charset="-127"/>
                <a:cs typeface="Arial" charset="0"/>
              </a:endParaRPr>
            </a:p>
          </p:txBody>
        </p:sp>
      </p:grpSp>
      <p:sp>
        <p:nvSpPr>
          <p:cNvPr id="12291" name="제목 개체 틀 1"/>
          <p:cNvSpPr>
            <a:spLocks noGrp="1"/>
          </p:cNvSpPr>
          <p:nvPr>
            <p:ph type="title"/>
          </p:nvPr>
        </p:nvSpPr>
        <p:spPr bwMode="auto">
          <a:xfrm>
            <a:off x="495543" y="274638"/>
            <a:ext cx="89152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2292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543" y="1600204"/>
            <a:ext cx="89152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29751" y="328616"/>
            <a:ext cx="495379" cy="363537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 latinLnBrk="1">
              <a:defRPr kumimoji="0" sz="140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01094F-4286-4A7E-8D7C-65A87737739D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867178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>
          <a:solidFill>
            <a:schemeClr val="tx1"/>
          </a:solidFill>
          <a:latin typeface="+mn-lt"/>
          <a:ea typeface="+mn-ea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>
          <a:solidFill>
            <a:schemeClr val="tx1"/>
          </a:solidFill>
          <a:latin typeface="+mn-lt"/>
          <a:ea typeface="+mn-ea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>
          <a:solidFill>
            <a:schemeClr val="tx1"/>
          </a:solidFill>
          <a:latin typeface="+mn-lt"/>
          <a:ea typeface="+mn-ea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>
          <a:solidFill>
            <a:schemeClr val="tx1"/>
          </a:solidFill>
          <a:latin typeface="+mn-lt"/>
          <a:ea typeface="+mn-ea"/>
        </a:defRPr>
      </a:lvl5pPr>
      <a:lvl6pPr marL="26114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>
          <a:solidFill>
            <a:schemeClr val="tx1"/>
          </a:solidFill>
          <a:latin typeface="+mn-lt"/>
          <a:ea typeface="+mn-ea"/>
        </a:defRPr>
      </a:lvl6pPr>
      <a:lvl7pPr marL="30686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>
          <a:solidFill>
            <a:schemeClr val="tx1"/>
          </a:solidFill>
          <a:latin typeface="+mn-lt"/>
          <a:ea typeface="+mn-ea"/>
        </a:defRPr>
      </a:lvl7pPr>
      <a:lvl8pPr marL="35258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>
          <a:solidFill>
            <a:schemeClr val="tx1"/>
          </a:solidFill>
          <a:latin typeface="+mn-lt"/>
          <a:ea typeface="+mn-ea"/>
        </a:defRPr>
      </a:lvl8pPr>
      <a:lvl9pPr marL="39830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1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1" y="1600204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299" y="6356384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</a:pPr>
            <a:fld id="{4F0A6755-D411-4FB5-9D04-F1141783902A}" type="datetimeFigureOut">
              <a:rPr lang="ko-KR" altLang="en-US" smtClean="0"/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67" y="6356384"/>
            <a:ext cx="31369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1" y="6356384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</a:pPr>
            <a:fld id="{94B866FF-0DA0-416F-BB17-F499C4C880BC}" type="slidenum">
              <a:rPr lang="ko-KR" altLang="en-US" smtClean="0"/>
              <a:pPr fontAlgn="base" latinLnBrk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330443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4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9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5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1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1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1" y="1600204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299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 b="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67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 b="0"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1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2953D06-9FCD-4A89-9EB5-68182D16C976}" type="slidenum">
              <a:rPr kumimoji="1" lang="en-US" altLang="ko-KR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15942" y="620713"/>
            <a:ext cx="900112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222154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1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1" y="1600204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299" y="6356384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78561E6-344D-4E5D-B213-5D1F2B19D953}" type="datetime1">
              <a:rPr lang="ko-KR" altLang="en-US"/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67" y="6356384"/>
            <a:ext cx="31369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1" y="6356384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28A903C-B130-4030-A08E-D703B7C21FE3}" type="slidenum">
              <a:rPr lang="ko-KR" altLang="en-US"/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102817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1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1" y="1600204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299" y="6356384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78561E6-344D-4E5D-B213-5D1F2B19D953}" type="datetime1">
              <a:rPr lang="ko-KR" altLang="en-US"/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67" y="6356384"/>
            <a:ext cx="31369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1" y="6356384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</a:defRPr>
            </a:lvl1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28A903C-B130-4030-A08E-D703B7C21FE3}" type="slidenum">
              <a:rPr lang="ko-KR" altLang="en-US"/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243594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1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1" y="1600204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299" y="6356386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latinLnBrk="1">
              <a:defRPr kumimoji="0" sz="1300">
                <a:solidFill>
                  <a:srgbClr val="898989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cs typeface="Arial" pitchFamily="34" charset="0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67" y="6356386"/>
            <a:ext cx="31369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 latinLnBrk="1">
              <a:defRPr kumimoji="0" sz="1300">
                <a:solidFill>
                  <a:srgbClr val="898989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>
              <a:cs typeface="Arial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1" y="6356386"/>
            <a:ext cx="23114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 latinLnBrk="1">
              <a:defRPr kumimoji="0" sz="1300">
                <a:solidFill>
                  <a:srgbClr val="898989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88B625-ED48-4263-81EC-046E1E880551}" type="slidenum">
              <a:rPr lang="ko-KR" altLang="en-US" smtClean="0"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ko-KR" altLang="en-US">
              <a:cs typeface="Arial" pitchFamily="34" charset="0"/>
            </a:endParaRPr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263451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1" r:id="rId3"/>
  </p:sldLayoutIdLst>
  <p:hf hdr="0" ftr="0" dt="0"/>
  <p:txStyles>
    <p:titleStyle>
      <a:lvl1pPr algn="ctr" defTabSz="957263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defTabSz="957263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57263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57263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57263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76288" indent="-298450" algn="l" defTabSz="957263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9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95388" indent="-238125" algn="l" defTabSz="957263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5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74813" indent="-238125" algn="l" defTabSz="957263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154238" indent="-238125" algn="l" defTabSz="957263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1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89" y="274638"/>
            <a:ext cx="89152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89" y="1600204"/>
            <a:ext cx="89152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80" y="6356369"/>
            <a:ext cx="231177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EC821D3-E461-4DF1-B158-1D566C03BB8A}" type="datetimeFigureOut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5102" y="6356369"/>
            <a:ext cx="3135815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8850" y="6356369"/>
            <a:ext cx="231177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0EFE443-5C07-4331-95C2-8E5FE352C389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322302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80" y="274638"/>
            <a:ext cx="89152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80" y="1600201"/>
            <a:ext cx="89152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80" y="6356351"/>
            <a:ext cx="231177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EC821D3-E461-4DF1-B158-1D566C03BB8A}" type="datetimeFigureOut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5093" y="6356351"/>
            <a:ext cx="3135815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8850" y="6356351"/>
            <a:ext cx="231177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0EFE443-5C07-4331-95C2-8E5FE352C389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311636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34" charset="-127"/>
          <a:ea typeface="Malgun Gothic" pitchFamily="34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Malgun Gothic" pitchFamily="34" charset="-127"/>
          <a:ea typeface="Malgun Gothic" pitchFamily="34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3018300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  <p:sldLayoutId id="2147484044" r:id="rId5"/>
    <p:sldLayoutId id="2147484045" r:id="rId6"/>
    <p:sldLayoutId id="2147484046" r:id="rId7"/>
    <p:sldLayoutId id="2147484047" r:id="rId8"/>
    <p:sldLayoutId id="2147484048" r:id="rId9"/>
    <p:sldLayoutId id="2147484049" r:id="rId10"/>
    <p:sldLayoutId id="2147484050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0"/>
          <p:cNvSpPr>
            <a:spLocks noChangeShapeType="1"/>
          </p:cNvSpPr>
          <p:nvPr/>
        </p:nvSpPr>
        <p:spPr bwMode="auto">
          <a:xfrm>
            <a:off x="273050" y="642938"/>
            <a:ext cx="6991350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1027" name="Line 11"/>
          <p:cNvSpPr>
            <a:spLocks noChangeShapeType="1"/>
          </p:cNvSpPr>
          <p:nvPr/>
        </p:nvSpPr>
        <p:spPr bwMode="auto">
          <a:xfrm>
            <a:off x="7361238" y="642938"/>
            <a:ext cx="2273300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3979533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97" y="274638"/>
            <a:ext cx="891524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97" y="1600204"/>
            <a:ext cx="891524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80" y="6356385"/>
            <a:ext cx="231177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B2D3EE-63EA-46C7-9BCF-36A826235140}" type="datetimeFigureOut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5110" y="6356385"/>
            <a:ext cx="3135815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8850" y="6356385"/>
            <a:ext cx="231177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r" defTabSz="957263" latinLnBrk="0">
              <a:defRPr kumimoji="0" sz="1300">
                <a:solidFill>
                  <a:srgbClr val="898989"/>
                </a:solidFill>
                <a:latin typeface="Malgun Gothic" pitchFamily="34" charset="-127"/>
                <a:ea typeface="Malgun Gothic" pitchFamily="34" charset="-127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59A9F8-4BC2-4E56-9C2C-367A159BA51F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ko-KR" altLang="en-US"/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2789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Malgun Gothic" pitchFamily="50" charset="-127"/>
          <a:ea typeface="Malgun Gothic" pitchFamily="50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5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1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1" y="1600201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299" y="6356350"/>
            <a:ext cx="2311400" cy="365125"/>
          </a:xfrm>
          <a:prstGeom prst="rect">
            <a:avLst/>
          </a:prstGeom>
        </p:spPr>
        <p:txBody>
          <a:bodyPr vert="horz" lIns="95784" tIns="47892" rIns="95784" bIns="47892" rtlCol="0" anchor="ctr"/>
          <a:lstStyle>
            <a:lvl1pPr algn="l" defTabSz="957838" fontAlgn="auto">
              <a:spcBef>
                <a:spcPts val="0"/>
              </a:spcBef>
              <a:spcAft>
                <a:spcPts val="0"/>
              </a:spcAft>
              <a:defRPr kumimoji="0" sz="13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BA81168-7FEE-47FA-9FF7-B647D48FB198}" type="datetime1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2026-04-10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1" y="6356350"/>
            <a:ext cx="3136900" cy="365125"/>
          </a:xfrm>
          <a:prstGeom prst="rect">
            <a:avLst/>
          </a:prstGeom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>
            <a:lvl1pPr algn="ctr">
              <a:defRPr kumimoji="0" sz="1300" b="0">
                <a:solidFill>
                  <a:srgbClr val="898989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defTabSz="957263"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1" y="6356350"/>
            <a:ext cx="2311400" cy="365125"/>
          </a:xfrm>
          <a:prstGeom prst="rect">
            <a:avLst/>
          </a:prstGeom>
        </p:spPr>
        <p:txBody>
          <a:bodyPr vert="horz" lIns="95784" tIns="47892" rIns="95784" bIns="47892" rtlCol="0" anchor="ctr"/>
          <a:lstStyle>
            <a:lvl1pPr algn="r" defTabSz="957838" fontAlgn="auto">
              <a:spcBef>
                <a:spcPts val="0"/>
              </a:spcBef>
              <a:spcAft>
                <a:spcPts val="0"/>
              </a:spcAft>
              <a:defRPr kumimoji="0" sz="13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DED14EB-BD5D-49A8-B27A-4A02C7B60D6E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42100"/>
            <a:ext cx="612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315690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</p:sldLayoutIdLst>
  <p:hf hdr="0" ftr="0" dt="0"/>
  <p:txStyles>
    <p:titleStyle>
      <a:lvl1pPr algn="ctr" defTabSz="957263" rtl="0" eaLnBrk="0" fontAlgn="base" latinLnBrk="1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57263" rtl="0" eaLnBrk="0" fontAlgn="base" latinLnBrk="1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1984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39694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59540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79387" algn="ctr" defTabSz="957776" rtl="0" fontAlgn="base" latinLnBrk="1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57188" indent="-357188" algn="l" defTabSz="95726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6288" indent="-298450" algn="l" defTabSz="95726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538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813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4238" indent="-238125" algn="l" defTabSz="95726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835C-6797-90A6-14B7-490FDB79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9">
            <a:extLst>
              <a:ext uri="{FF2B5EF4-FFF2-40B4-BE49-F238E27FC236}">
                <a16:creationId xmlns:a16="http://schemas.microsoft.com/office/drawing/2014/main" id="{2A3D7EA4-01BB-2083-B216-439292C2ECCF}"/>
              </a:ext>
            </a:extLst>
          </p:cNvPr>
          <p:cNvGrpSpPr>
            <a:grpSpLocks/>
          </p:cNvGrpSpPr>
          <p:nvPr/>
        </p:nvGrpSpPr>
        <p:grpSpPr bwMode="auto">
          <a:xfrm>
            <a:off x="273051" y="703263"/>
            <a:ext cx="9359900" cy="277812"/>
            <a:chOff x="329" y="1821"/>
            <a:chExt cx="6071" cy="0"/>
          </a:xfrm>
        </p:grpSpPr>
        <p:sp>
          <p:nvSpPr>
            <p:cNvPr id="37" name="Line 10">
              <a:extLst>
                <a:ext uri="{FF2B5EF4-FFF2-40B4-BE49-F238E27FC236}">
                  <a16:creationId xmlns:a16="http://schemas.microsoft.com/office/drawing/2014/main" id="{8D858F2A-218A-8010-23E8-24F363103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" y="1821"/>
              <a:ext cx="4534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572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38" name="Line 11">
              <a:extLst>
                <a:ext uri="{FF2B5EF4-FFF2-40B4-BE49-F238E27FC236}">
                  <a16:creationId xmlns:a16="http://schemas.microsoft.com/office/drawing/2014/main" id="{ECA80AB5-CA4E-A2AC-572B-B0D00EE7F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5" y="1821"/>
              <a:ext cx="1475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572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46" name="제목 1">
            <a:extLst>
              <a:ext uri="{FF2B5EF4-FFF2-40B4-BE49-F238E27FC236}">
                <a16:creationId xmlns:a16="http://schemas.microsoft.com/office/drawing/2014/main" id="{5335271F-D321-6234-B1C3-DAE5B376E55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7960" y="165646"/>
            <a:ext cx="7836690" cy="508000"/>
          </a:xfrm>
        </p:spPr>
        <p:txBody>
          <a:bodyPr/>
          <a:lstStyle/>
          <a:p>
            <a:pPr algn="l"/>
            <a:r>
              <a:rPr lang="ko-KR" altLang="en-US" sz="2600" dirty="0">
                <a:latin typeface="+mj-ea"/>
              </a:rPr>
              <a:t>▣ </a:t>
            </a:r>
            <a:r>
              <a:rPr lang="en-US" altLang="ko-KR" sz="2600" dirty="0" smtClean="0">
                <a:latin typeface="+mj-ea"/>
              </a:rPr>
              <a:t>US4 </a:t>
            </a:r>
            <a:r>
              <a:rPr lang="en-US" altLang="ko-KR" sz="2600" dirty="0" smtClean="0">
                <a:latin typeface="+mj-ea"/>
              </a:rPr>
              <a:t>PE VIP </a:t>
            </a:r>
            <a:r>
              <a:rPr lang="ko-KR" altLang="en-US" sz="2600" dirty="0" smtClean="0">
                <a:latin typeface="+mj-ea"/>
              </a:rPr>
              <a:t>전동식 사이드 스텝 </a:t>
            </a:r>
            <a:r>
              <a:rPr lang="ko-KR" altLang="en-US" sz="2600" dirty="0" err="1" smtClean="0">
                <a:latin typeface="+mj-ea"/>
              </a:rPr>
              <a:t>암전류</a:t>
            </a:r>
            <a:r>
              <a:rPr lang="ko-KR" altLang="en-US" sz="2600" dirty="0" smtClean="0">
                <a:latin typeface="+mj-ea"/>
              </a:rPr>
              <a:t> </a:t>
            </a:r>
            <a:r>
              <a:rPr lang="en-US" altLang="ko-KR" sz="2600" dirty="0" smtClean="0">
                <a:latin typeface="+mj-ea"/>
              </a:rPr>
              <a:t>NG</a:t>
            </a:r>
            <a:r>
              <a:rPr lang="ko-KR" altLang="en-US" sz="2600" dirty="0" smtClean="0">
                <a:latin typeface="+mj-ea"/>
              </a:rPr>
              <a:t>건 </a:t>
            </a:r>
            <a:r>
              <a:rPr lang="ko-KR" altLang="en-US" sz="2600" dirty="0" err="1" smtClean="0">
                <a:latin typeface="+mj-ea"/>
              </a:rPr>
              <a:t>대책서</a:t>
            </a:r>
            <a:endParaRPr lang="ko-KR" altLang="en-US" sz="2600" dirty="0">
              <a:latin typeface="+mj-ea"/>
            </a:endParaRPr>
          </a:p>
        </p:txBody>
      </p:sp>
      <p:graphicFrame>
        <p:nvGraphicFramePr>
          <p:cNvPr id="48" name="Group 84">
            <a:extLst>
              <a:ext uri="{FF2B5EF4-FFF2-40B4-BE49-F238E27FC236}">
                <a16:creationId xmlns:a16="http://schemas.microsoft.com/office/drawing/2014/main" id="{89F8AB75-72F9-7E6F-239D-2EB04782D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894452"/>
              </p:ext>
            </p:extLst>
          </p:nvPr>
        </p:nvGraphicFramePr>
        <p:xfrm>
          <a:off x="296319" y="775817"/>
          <a:ext cx="9481217" cy="5688296"/>
        </p:xfrm>
        <a:graphic>
          <a:graphicData uri="http://schemas.openxmlformats.org/drawingml/2006/table">
            <a:tbl>
              <a:tblPr/>
              <a:tblGrid>
                <a:gridCol w="5592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6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현상</a:t>
                      </a: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7507" marR="97507" marT="46791" marB="46791" anchor="ctr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개선대책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7507" marR="97507" marT="46791" marB="46791" anchor="ctr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979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▶ 문제점 </a:t>
                      </a: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: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IGN OFF &amp; Door Closed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조건에서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Sleep Mode 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미진입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현상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암전류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과다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M</a:t>
                      </a:r>
                      <a:r>
                        <a:rPr kumimoji="1" lang="ko-KR" alt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단계 차량 조사 결과</a:t>
                      </a:r>
                      <a:endParaRPr kumimoji="1" lang="en-US" altLang="ko-KR" sz="11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IGN </a:t>
                      </a:r>
                      <a:r>
                        <a:rPr kumimoji="1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OFF &amp; Door Open </a:t>
                      </a:r>
                      <a:r>
                        <a:rPr kumimoji="1" lang="ko-KR" alt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시</a:t>
                      </a:r>
                      <a:r>
                        <a:rPr kumimoji="1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10s </a:t>
                      </a:r>
                      <a:r>
                        <a:rPr kumimoji="1" lang="ko-KR" alt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후 </a:t>
                      </a:r>
                      <a:r>
                        <a:rPr kumimoji="1" lang="ko-KR" altLang="en-US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암전류</a:t>
                      </a:r>
                      <a:r>
                        <a:rPr kumimoji="1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(0.004A) </a:t>
                      </a:r>
                      <a:r>
                        <a:rPr kumimoji="1" lang="ko-KR" altLang="en-US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확인</a:t>
                      </a:r>
                      <a:endParaRPr kumimoji="1" lang="en-US" altLang="ko-KR" sz="1050" b="0" i="0" u="none" strike="noStrike" kern="1200" cap="none" spc="0" normalizeH="0" baseline="0" noProof="0" dirty="0" smtClean="0">
                        <a:ln w="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105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이후</a:t>
                      </a:r>
                      <a:r>
                        <a:rPr kumimoji="1" lang="en-US" altLang="ko-KR" sz="105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, IGN OFF &amp; Door Close </a:t>
                      </a:r>
                      <a:r>
                        <a:rPr kumimoji="1" lang="ko-KR" altLang="en-US" sz="105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시 </a:t>
                      </a:r>
                      <a:r>
                        <a:rPr kumimoji="1" lang="en-US" altLang="ko-KR" sz="105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10s </a:t>
                      </a:r>
                      <a:r>
                        <a:rPr kumimoji="1" lang="ko-KR" altLang="en-US" sz="105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후 </a:t>
                      </a:r>
                      <a:r>
                        <a:rPr kumimoji="1" lang="ko-KR" altLang="en-US" sz="1050" b="0" i="0" u="none" strike="noStrike" kern="1200" cap="none" spc="0" normalizeH="0" baseline="0" noProof="0" dirty="0" err="1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암전류</a:t>
                      </a:r>
                      <a:r>
                        <a:rPr kumimoji="1" lang="en-US" altLang="ko-KR" sz="105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(0.048A) </a:t>
                      </a:r>
                      <a:r>
                        <a:rPr kumimoji="1" lang="ko-KR" altLang="en-US" sz="105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확인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*   </a:t>
                      </a:r>
                      <a:r>
                        <a:rPr kumimoji="1" lang="ko-KR" altLang="en-US" sz="800" b="0" i="0" u="none" strike="noStrike" kern="1200" cap="none" spc="0" normalizeH="0" baseline="0" noProof="0" dirty="0" err="1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암전류</a:t>
                      </a:r>
                      <a:r>
                        <a:rPr kumimoji="1" lang="ko-KR" altLang="en-US" sz="8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</a:t>
                      </a:r>
                      <a:r>
                        <a:rPr kumimoji="1" lang="ko-KR" altLang="en-US" sz="800" b="0" i="0" u="none" strike="noStrike" kern="1200" cap="none" spc="0" normalizeH="0" baseline="0" noProof="0" dirty="0" err="1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측정시</a:t>
                      </a:r>
                      <a:r>
                        <a:rPr kumimoji="1" lang="ko-KR" altLang="en-US" sz="8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10A </a:t>
                      </a:r>
                      <a:r>
                        <a:rPr kumimoji="1" lang="ko-KR" altLang="en-US" sz="8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퓨즈의 </a:t>
                      </a:r>
                      <a:r>
                        <a:rPr kumimoji="1" lang="ko-KR" altLang="en-US" sz="800" b="0" i="0" u="none" strike="noStrike" kern="1200" cap="none" spc="0" normalizeH="0" baseline="0" noProof="0" dirty="0" err="1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멀티미터를</a:t>
                      </a:r>
                      <a:r>
                        <a:rPr kumimoji="1" lang="ko-KR" altLang="en-US" sz="8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사용하여 </a:t>
                      </a:r>
                      <a:r>
                        <a:rPr kumimoji="1" lang="ko-KR" altLang="en-US" sz="800" b="0" i="0" u="none" strike="noStrike" kern="1200" cap="none" spc="0" normalizeH="0" baseline="0" noProof="0" dirty="0" err="1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암전류</a:t>
                      </a:r>
                      <a:r>
                        <a:rPr kumimoji="1" lang="ko-KR" altLang="en-US" sz="8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값이 정확하지 않는 점 참고 부탁드립니다</a:t>
                      </a:r>
                      <a:r>
                        <a:rPr kumimoji="1" lang="en-US" altLang="ko-KR" sz="8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.</a:t>
                      </a:r>
                    </a:p>
                  </a:txBody>
                  <a:tcPr marL="97507" marR="97507" marT="46791" marB="4679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▶ 개선 대책 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: 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Sleep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진입 후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Wake-Up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구문 수정 완료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Sleep Mode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개선 완료 시 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IGN OFF &amp; Door Open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시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10s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후 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암전류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(0.004A)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확인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IGN OFF &amp; Door Close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시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10s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후 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암전류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(0.002A)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확인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M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단계 차량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4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대 제어기 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리워크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예정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-  C902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, C905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차량 제어기 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리워크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및 검증 완료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4/10)</a:t>
                      </a:r>
                      <a:endParaRPr kumimoji="1" lang="en-US" altLang="ko-KR" sz="1100" b="0" i="0" u="none" strike="noStrike" kern="1200" cap="none" spc="0" normalizeH="0" baseline="0" noProof="0" dirty="0" smtClean="0">
                        <a:ln w="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11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C905 </a:t>
                      </a:r>
                      <a:r>
                        <a:rPr kumimoji="1" lang="ko-KR" altLang="en-US" sz="11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차량 제어기 </a:t>
                      </a:r>
                      <a:r>
                        <a:rPr kumimoji="1" lang="ko-KR" altLang="en-US" sz="1100" b="0" i="0" u="none" strike="noStrike" kern="1200" cap="none" spc="0" normalizeH="0" baseline="0" noProof="0" dirty="0" err="1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리워크</a:t>
                      </a:r>
                      <a:r>
                        <a:rPr kumimoji="1" lang="ko-KR" altLang="en-US" sz="11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예정 </a:t>
                      </a:r>
                      <a:r>
                        <a:rPr kumimoji="1" lang="en-US" altLang="ko-KR" sz="11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(4</a:t>
                      </a:r>
                      <a:r>
                        <a:rPr kumimoji="1" lang="ko-KR" altLang="en-US" sz="11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월 </a:t>
                      </a:r>
                      <a:r>
                        <a:rPr kumimoji="1" lang="en-US" altLang="ko-KR" sz="11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3</a:t>
                      </a:r>
                      <a:r>
                        <a:rPr kumimoji="1" lang="ko-KR" altLang="en-US" sz="11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주</a:t>
                      </a:r>
                      <a:r>
                        <a:rPr kumimoji="1" lang="en-US" altLang="ko-KR" sz="1100" b="0" i="0" u="none" strike="noStrike" kern="1200" cap="none" spc="0" normalizeH="0" baseline="0" noProof="0" dirty="0" smtClean="0">
                          <a:ln w="0" cap="flat" cmpd="sng" algn="ctr">
                            <a:solidFill>
                              <a:srgbClr val="FFFFFF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~)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1100" b="0" i="0" u="none" strike="noStrike" kern="1200" cap="none" spc="0" normalizeH="0" baseline="0" noProof="0" dirty="0" smtClean="0">
                        <a:ln w="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</a:txBody>
                  <a:tcPr marL="99067" marR="18000" marT="45711" marB="4571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9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원인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설계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부품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조립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평가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7507" marR="97507" marT="46791" marB="46791" anchor="ctr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BE0E3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96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▶ 원인 및 분석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: 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M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단계 차량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4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대 제어기 장착 전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,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SW Sleep – Wake Up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구문 수정 사항에 의해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Sleep Mode 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미진입이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아닌 진입하자마자 바로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Wake-Up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되는 것으로 확인 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IGN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신호선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SW </a:t>
                      </a:r>
                      <a:r>
                        <a:rPr kumimoji="1" lang="ko-KR" altLang="en-US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필터링과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연관 가능성 없음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추가 확인 완료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재현 평가 모드 평가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SW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개선 전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제어기 장착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초기화 동작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)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→ 도어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OPEN 10s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후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Sleep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진입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(0.002A)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→ 도어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Close 10s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후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Sleep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진입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및 즉시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Wake-Up(0.048A)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-  SW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개선 후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제어기 장착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초기화 동작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)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→ 도어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OPEN 10s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후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Sleep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진입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(0.003A)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→ 도어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Close 10s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후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Sleep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진입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(0.002A)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→ 스마트키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Door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lock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시 </a:t>
                      </a:r>
                      <a:r>
                        <a:rPr kumimoji="1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Sleep </a:t>
                      </a:r>
                      <a:r>
                        <a:rPr kumimoji="1" lang="ko-KR" altLang="en-US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"/>
                        </a:rPr>
                        <a:t>상태 유지</a:t>
                      </a:r>
                      <a:endParaRPr kumimoji="1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j-ea"/>
                        <a:ea typeface="+mj-ea"/>
                        <a:cs typeface=""/>
                      </a:endParaRPr>
                    </a:p>
                  </a:txBody>
                  <a:tcPr marL="99067" marR="99067" marT="45711" marB="45711" horzOverflow="overflow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314148"/>
      </p:ext>
    </p:extLst>
  </p:cSld>
  <p:clrMapOvr>
    <a:masterClrMapping/>
  </p:clrMapOvr>
</p:sld>
</file>

<file path=ppt/theme/theme1.xml><?xml version="1.0" encoding="utf-8"?>
<a:theme xmlns:a="http://schemas.openxmlformats.org/drawingml/2006/main" name="13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HD harmony">
      <a:majorFont>
        <a:latin typeface="HDharmony M"/>
        <a:ea typeface="현대하모니 M"/>
        <a:cs typeface=""/>
      </a:majorFont>
      <a:minorFont>
        <a:latin typeface="HDharmony M"/>
        <a:ea typeface="현대하모니 M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Office 테마">
  <a:themeElements>
    <a:clrScheme name="2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테마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rgbClr val="FF0000"/>
          </a:solidFill>
          <a:prstDash val="sysDot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2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기본 디자인">
  <a:themeElements>
    <a:clrScheme name="9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9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기본 디자인">
  <a:themeElements>
    <a:clrScheme name="9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9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기본 디자인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0000"/>
      </a:hlink>
      <a:folHlink>
        <a:srgbClr val="000000"/>
      </a:folHlink>
    </a:clrScheme>
    <a:fontScheme name="4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4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sz="1200" dirty="0">
            <a:solidFill>
              <a:srgbClr val="FF0000"/>
            </a:solidFill>
            <a:latin typeface="HDharmony M" pitchFamily="18" charset="-127"/>
            <a:ea typeface="HDharmony M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200" dirty="0" smtClean="0">
            <a:solidFill>
              <a:srgbClr val="0000FF"/>
            </a:solidFill>
            <a:latin typeface="HDharmony M" pitchFamily="18" charset="-127"/>
            <a:ea typeface="HDharmony M" pitchFamily="18" charset="-127"/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sz="1200" dirty="0">
            <a:solidFill>
              <a:srgbClr val="FF0000"/>
            </a:solidFill>
            <a:latin typeface="HDharmony M" pitchFamily="18" charset="-127"/>
            <a:ea typeface="HDharmony M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200" dirty="0" smtClean="0">
            <a:solidFill>
              <a:srgbClr val="0000FF"/>
            </a:solidFill>
            <a:latin typeface="HDharmony M" pitchFamily="18" charset="-127"/>
            <a:ea typeface="HDharmony M" pitchFamily="18" charset="-127"/>
          </a:defRPr>
        </a:defPPr>
      </a:lstStyle>
    </a:txDef>
  </a:objectDefaults>
  <a:extraClrSchemeLst/>
</a:theme>
</file>

<file path=ppt/theme/theme11.xml><?xml version="1.0" encoding="utf-8"?>
<a:theme xmlns:a="http://schemas.openxmlformats.org/drawingml/2006/main" name="4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4_기본 디자인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0000"/>
      </a:hlink>
      <a:folHlink>
        <a:srgbClr val="000000"/>
      </a:folHlink>
    </a:clrScheme>
    <a:fontScheme name="4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4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60_Office 테마">
  <a:themeElements>
    <a:clrScheme name="2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테마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3_기본 디자인">
  <a:themeElements>
    <a:clrScheme name="3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sz="1200" dirty="0">
            <a:solidFill>
              <a:srgbClr val="FF0000"/>
            </a:solidFill>
            <a:latin typeface="HDharmony M" pitchFamily="18" charset="-127"/>
            <a:ea typeface="HDharmony M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200" dirty="0" smtClean="0">
            <a:solidFill>
              <a:srgbClr val="0000FF"/>
            </a:solidFill>
            <a:latin typeface="HDharmony M" pitchFamily="18" charset="-127"/>
            <a:ea typeface="HDharmony M" pitchFamily="18" charset="-127"/>
          </a:defRPr>
        </a:defPPr>
      </a:lstStyle>
    </a:txDef>
  </a:objectDefaults>
  <a:extraClrSchemeLst/>
</a:theme>
</file>

<file path=ppt/theme/theme18.xml><?xml version="1.0" encoding="utf-8"?>
<a:theme xmlns:a="http://schemas.openxmlformats.org/drawingml/2006/main" name="8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sz="1200" dirty="0">
            <a:solidFill>
              <a:srgbClr val="FF0000"/>
            </a:solidFill>
            <a:latin typeface="HDharmony M" pitchFamily="18" charset="-127"/>
            <a:ea typeface="HDharmony M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200" dirty="0" smtClean="0">
            <a:solidFill>
              <a:srgbClr val="0000FF"/>
            </a:solidFill>
            <a:latin typeface="HDharmony M" pitchFamily="18" charset="-127"/>
            <a:ea typeface="HDharmony M" pitchFamily="18" charset="-127"/>
          </a:defRPr>
        </a:defPPr>
      </a:lstStyle>
    </a:txDef>
  </a:objectDefaults>
  <a:extraClrSchemeLst/>
</a:theme>
</file>

<file path=ppt/theme/theme19.xml><?xml version="1.0" encoding="utf-8"?>
<a:theme xmlns:a="http://schemas.openxmlformats.org/drawingml/2006/main" name="9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0.xml><?xml version="1.0" encoding="utf-8"?>
<a:theme xmlns:a="http://schemas.openxmlformats.org/drawingml/2006/main" name="10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1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11_기본 디자인">
  <a:themeElements>
    <a:clrScheme name="3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14_기본 디자인">
  <a:themeElements>
    <a:clrScheme name="9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9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1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1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현대하모니 M"/>
        <a:cs typeface=""/>
      </a:majorFont>
      <a:minorFont>
        <a:latin typeface="Arial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 anchor="ctr" anchorCtr="0">
        <a:spAutoFit/>
      </a:bodyPr>
      <a:lstStyle>
        <a:defPPr>
          <a:defRPr sz="1400" b="0" smtClean="0"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/>
</a:theme>
</file>

<file path=ppt/theme/theme2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10694</TotalTime>
  <Words>279</Words>
  <Application>Microsoft Office PowerPoint</Application>
  <PresentationFormat>A4 용지(210x297mm)</PresentationFormat>
  <Paragraphs>29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25</vt:i4>
      </vt:variant>
      <vt:variant>
        <vt:lpstr>슬라이드 제목</vt:lpstr>
      </vt:variant>
      <vt:variant>
        <vt:i4>1</vt:i4>
      </vt:variant>
    </vt:vector>
  </HeadingPairs>
  <TitlesOfParts>
    <vt:vector size="37" baseType="lpstr">
      <vt:lpstr>HDharmony M</vt:lpstr>
      <vt:lpstr>Modern H Medium</vt:lpstr>
      <vt:lpstr>Gulim</vt:lpstr>
      <vt:lpstr>Gulim</vt:lpstr>
      <vt:lpstr>Malgun Gothic</vt:lpstr>
      <vt:lpstr>Malgun Gothic</vt:lpstr>
      <vt:lpstr>현대하모니 M</vt:lpstr>
      <vt:lpstr>Arial</vt:lpstr>
      <vt:lpstr>Arial Narrow</vt:lpstr>
      <vt:lpstr>Calibri</vt:lpstr>
      <vt:lpstr>Tahoma</vt:lpstr>
      <vt:lpstr>13_기본 디자인</vt:lpstr>
      <vt:lpstr>2_기본 디자인</vt:lpstr>
      <vt:lpstr>3_Office 테마</vt:lpstr>
      <vt:lpstr>9_기본 디자인</vt:lpstr>
      <vt:lpstr>10_기본 디자인</vt:lpstr>
      <vt:lpstr>5_기본 디자인</vt:lpstr>
      <vt:lpstr>1_Custom Design</vt:lpstr>
      <vt:lpstr>1_Office 테마</vt:lpstr>
      <vt:lpstr>Office 테마</vt:lpstr>
      <vt:lpstr>2_Office 테마</vt:lpstr>
      <vt:lpstr>4_Office 테마</vt:lpstr>
      <vt:lpstr>4_기본 디자인</vt:lpstr>
      <vt:lpstr>5_Office 테마</vt:lpstr>
      <vt:lpstr>60_Office 테마</vt:lpstr>
      <vt:lpstr>6_Office 테마</vt:lpstr>
      <vt:lpstr>3_기본 디자인</vt:lpstr>
      <vt:lpstr>7_Office 테마</vt:lpstr>
      <vt:lpstr>8_Office 테마</vt:lpstr>
      <vt:lpstr>9_Office 테마</vt:lpstr>
      <vt:lpstr>10_Office 테마</vt:lpstr>
      <vt:lpstr>11_Office 테마</vt:lpstr>
      <vt:lpstr>11_기본 디자인</vt:lpstr>
      <vt:lpstr>14_기본 디자인</vt:lpstr>
      <vt:lpstr>12_Office 테마</vt:lpstr>
      <vt:lpstr>13_Office 테마</vt:lpstr>
      <vt:lpstr>▣ US4 PE VIP 전동식 사이드 스텝 암전류 NG건 대책서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.</dc:creator>
  <cp:lastModifiedBy>cts00</cp:lastModifiedBy>
  <cp:revision>800</cp:revision>
  <cp:lastPrinted>2021-05-17T16:16:35Z</cp:lastPrinted>
  <dcterms:created xsi:type="dcterms:W3CDTF">2014-01-06T06:18:46Z</dcterms:created>
  <dcterms:modified xsi:type="dcterms:W3CDTF">2026-04-10T09:36:39Z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883e49-c40c-4c70-af6e-4047d87bba49_Enabled">
    <vt:lpwstr>true</vt:lpwstr>
  </property>
  <property fmtid="{D5CDD505-2E9C-101B-9397-08002B2CF9AE}" pid="3" name="MSIP_Label_84883e49-c40c-4c70-af6e-4047d87bba49_SetDate">
    <vt:lpwstr>2025-02-25T08:35:15Z</vt:lpwstr>
  </property>
  <property fmtid="{D5CDD505-2E9C-101B-9397-08002B2CF9AE}" pid="4" name="MSIP_Label_84883e49-c40c-4c70-af6e-4047d87bba49_Method">
    <vt:lpwstr>Privileged</vt:lpwstr>
  </property>
  <property fmtid="{D5CDD505-2E9C-101B-9397-08002B2CF9AE}" pid="5" name="MSIP_Label_84883e49-c40c-4c70-af6e-4047d87bba49_Name">
    <vt:lpwstr>평문 (AnyUser)</vt:lpwstr>
  </property>
  <property fmtid="{D5CDD505-2E9C-101B-9397-08002B2CF9AE}" pid="6" name="MSIP_Label_84883e49-c40c-4c70-af6e-4047d87bba49_SiteId">
    <vt:lpwstr>f85ca5f1-aa23-4252-a83a-443d333b1fe7</vt:lpwstr>
  </property>
  <property fmtid="{D5CDD505-2E9C-101B-9397-08002B2CF9AE}" pid="7" name="MSIP_Label_84883e49-c40c-4c70-af6e-4047d87bba49_ActionId">
    <vt:lpwstr>c2ecce27-c026-404e-b873-f4c9feee903d</vt:lpwstr>
  </property>
  <property fmtid="{D5CDD505-2E9C-101B-9397-08002B2CF9AE}" pid="8" name="MSIP_Label_84883e49-c40c-4c70-af6e-4047d87bba49_ContentBits">
    <vt:lpwstr>2</vt:lpwstr>
  </property>
  <property fmtid="{D5CDD505-2E9C-101B-9397-08002B2CF9AE}" pid="9" name="MSIP_Label_84883e49-c40c-4c70-af6e-4047d87bba49_Tag">
    <vt:lpwstr>10, 0, 1, 1</vt:lpwstr>
  </property>
  <property fmtid="{D5CDD505-2E9C-101B-9397-08002B2CF9AE}" pid="10" name="ClassificationContentMarkingFooterLocations">
    <vt:lpwstr>13_기본 디자인:2\2_기본 디자인:2\3_Office 테마:2\9_기본 디자인:2\10_기본 디자인:2\5_기본 디자인:2\1_Custom Design:7\1_Office 테마:2\Office 테마:2\2_Office 테마:2\4_Office 테마:2\4_기본 디자인:2\5_Office 테마:2\60_Office 테마:2\6_Office 테마:2\3_기본 디자인:2\7_Office 테마:2\8_Office 테마:2\9_Office 테마:2\10_Of</vt:lpwstr>
  </property>
  <property fmtid="{D5CDD505-2E9C-101B-9397-08002B2CF9AE}" pid="11" name="ClassificationContentMarkingFooterText">
    <vt:lpwstr>본 문서는 현대자동차·기아의 정보자산으로 귀사와의 비밀유지계약 및 제반법률에 따라 법적 보호를 받습니다.</vt:lpwstr>
  </property>
</Properties>
</file>